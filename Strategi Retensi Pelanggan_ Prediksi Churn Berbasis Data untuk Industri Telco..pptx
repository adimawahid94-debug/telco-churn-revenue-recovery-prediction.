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Hanken Grotesk Medium"/>
      <p:regular r:id="rId20"/>
      <p:bold r:id="rId21"/>
      <p:italic r:id="rId22"/>
      <p:boldItalic r:id="rId23"/>
    </p:embeddedFont>
    <p:embeddedFont>
      <p:font typeface="Neuton Light"/>
      <p:regular r:id="rId24"/>
      <p:bold r:id="rId25"/>
      <p:boldItalic r:id="rId26"/>
    </p:embeddedFont>
    <p:embeddedFont>
      <p:font typeface="Hanken Grotesk"/>
      <p:regular r:id="rId27"/>
      <p:bold r:id="rId28"/>
      <p:italic r:id="rId29"/>
      <p:boldItalic r:id="rId30"/>
    </p:embeddedFont>
    <p:embeddedFont>
      <p:font typeface="Hanken Grotesk SemiBold"/>
      <p:regular r:id="rId31"/>
      <p:bold r:id="rId32"/>
      <p:italic r:id="rId33"/>
      <p:boldItalic r:id="rId34"/>
    </p:embeddedFont>
    <p:embeddedFont>
      <p:font typeface="Neuton"/>
      <p:regular r:id="rId35"/>
      <p:bold r:id="rId36"/>
      <p:italic r:id="rId37"/>
    </p:embeddedFont>
    <p:embeddedFont>
      <p:font typeface="Hanken Grotesk Ligh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Light-italic.fntdata"/><Relationship Id="rId20" Type="http://schemas.openxmlformats.org/officeDocument/2006/relationships/font" Target="fonts/HankenGroteskMedium-regular.fntdata"/><Relationship Id="rId41" Type="http://schemas.openxmlformats.org/officeDocument/2006/relationships/font" Target="fonts/HankenGroteskLight-boldItalic.fntdata"/><Relationship Id="rId22" Type="http://schemas.openxmlformats.org/officeDocument/2006/relationships/font" Target="fonts/HankenGroteskMedium-italic.fntdata"/><Relationship Id="rId21" Type="http://schemas.openxmlformats.org/officeDocument/2006/relationships/font" Target="fonts/HankenGroteskMedium-bold.fntdata"/><Relationship Id="rId24" Type="http://schemas.openxmlformats.org/officeDocument/2006/relationships/font" Target="fonts/NeutonLight-regular.fntdata"/><Relationship Id="rId23" Type="http://schemas.openxmlformats.org/officeDocument/2006/relationships/font" Target="fonts/HankenGrotesk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eutonLight-boldItalic.fntdata"/><Relationship Id="rId25" Type="http://schemas.openxmlformats.org/officeDocument/2006/relationships/font" Target="fonts/NeutonLight-bold.fntdata"/><Relationship Id="rId28" Type="http://schemas.openxmlformats.org/officeDocument/2006/relationships/font" Target="fonts/HankenGrotesk-bold.fntdata"/><Relationship Id="rId27" Type="http://schemas.openxmlformats.org/officeDocument/2006/relationships/font" Target="fonts/HankenGrotesk-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ankenGrotesk-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ankenGroteskSemiBold-regular.fntdata"/><Relationship Id="rId30" Type="http://schemas.openxmlformats.org/officeDocument/2006/relationships/font" Target="fonts/HankenGrotesk-boldItalic.fntdata"/><Relationship Id="rId11" Type="http://schemas.openxmlformats.org/officeDocument/2006/relationships/slide" Target="slides/slide6.xml"/><Relationship Id="rId33" Type="http://schemas.openxmlformats.org/officeDocument/2006/relationships/font" Target="fonts/HankenGroteskSemiBold-italic.fntdata"/><Relationship Id="rId10" Type="http://schemas.openxmlformats.org/officeDocument/2006/relationships/slide" Target="slides/slide5.xml"/><Relationship Id="rId32" Type="http://schemas.openxmlformats.org/officeDocument/2006/relationships/font" Target="fonts/HankenGroteskSemiBold-bold.fntdata"/><Relationship Id="rId13" Type="http://schemas.openxmlformats.org/officeDocument/2006/relationships/slide" Target="slides/slide8.xml"/><Relationship Id="rId35" Type="http://schemas.openxmlformats.org/officeDocument/2006/relationships/font" Target="fonts/Neuton-regular.fntdata"/><Relationship Id="rId12" Type="http://schemas.openxmlformats.org/officeDocument/2006/relationships/slide" Target="slides/slide7.xml"/><Relationship Id="rId34" Type="http://schemas.openxmlformats.org/officeDocument/2006/relationships/font" Target="fonts/HankenGroteskSemiBold-boldItalic.fntdata"/><Relationship Id="rId15" Type="http://schemas.openxmlformats.org/officeDocument/2006/relationships/slide" Target="slides/slide10.xml"/><Relationship Id="rId37" Type="http://schemas.openxmlformats.org/officeDocument/2006/relationships/font" Target="fonts/Neuton-italic.fntdata"/><Relationship Id="rId14" Type="http://schemas.openxmlformats.org/officeDocument/2006/relationships/slide" Target="slides/slide9.xml"/><Relationship Id="rId36" Type="http://schemas.openxmlformats.org/officeDocument/2006/relationships/font" Target="fonts/Neuton-bold.fntdata"/><Relationship Id="rId17" Type="http://schemas.openxmlformats.org/officeDocument/2006/relationships/slide" Target="slides/slide12.xml"/><Relationship Id="rId39" Type="http://schemas.openxmlformats.org/officeDocument/2006/relationships/font" Target="fonts/HankenGroteskLight-bold.fntdata"/><Relationship Id="rId16" Type="http://schemas.openxmlformats.org/officeDocument/2006/relationships/slide" Target="slides/slide11.xml"/><Relationship Id="rId38" Type="http://schemas.openxmlformats.org/officeDocument/2006/relationships/font" Target="fonts/HankenGrotesk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82fab9d1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c82fab9d1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beb04ca2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beb04ca2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beb04ca24b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beb04ca24b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beb04ca24b_0_2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beb04ca24b_0_2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beb04ca24b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beb04ca24b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eb04ca24b_0_1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beb04ca24b_0_1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beb04ca24b_0_2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beb04ca24b_0_2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c82fab9d1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c82fab9d1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c82fab9d1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c82fab9d1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c82fab9d1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c82fab9d1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c82fab9d1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c82fab9d1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c82fab9d1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c82fab9d1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c82fab9d1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c82fab9d1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eb04ca24b_0_2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beb04ca24b_0_2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Background">
  <p:cSld name="CUSTOM">
    <p:bg>
      <p:bgPr>
        <a:solidFill>
          <a:schemeClr val="dk2"/>
        </a:solidFill>
      </p:bgPr>
    </p:bg>
    <p:spTree>
      <p:nvGrpSpPr>
        <p:cNvPr id="9" name="Shape 9"/>
        <p:cNvGrpSpPr/>
        <p:nvPr/>
      </p:nvGrpSpPr>
      <p:grpSpPr>
        <a:xfrm>
          <a:off x="0" y="0"/>
          <a:ext cx="0" cy="0"/>
          <a:chOff x="0" y="0"/>
          <a:chExt cx="0" cy="0"/>
        </a:xfrm>
      </p:grpSpPr>
      <p:sp>
        <p:nvSpPr>
          <p:cNvPr id="10" name="Google Shape;10;p2"/>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11" name="Google Shape;11;p2"/>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
        <p:nvSpPr>
          <p:cNvPr id="12" name="Google Shape;12;p2"/>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13" name="Google Shape;13;p2"/>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SzPts val="1000"/>
              <a:buFont typeface="Hanken Grotesk"/>
              <a:buChar char="●"/>
              <a:defRPr/>
            </a:lvl1pPr>
            <a:lvl2pPr indent="-292100" lvl="1" marL="914400">
              <a:spcBef>
                <a:spcPts val="0"/>
              </a:spcBef>
              <a:spcAft>
                <a:spcPts val="0"/>
              </a:spcAft>
              <a:buSzPts val="1000"/>
              <a:buFont typeface="Hanken Grotesk"/>
              <a:buChar char="○"/>
              <a:defRPr/>
            </a:lvl2pPr>
            <a:lvl3pPr indent="-292100" lvl="2" marL="1371600">
              <a:spcBef>
                <a:spcPts val="0"/>
              </a:spcBef>
              <a:spcAft>
                <a:spcPts val="0"/>
              </a:spcAft>
              <a:buSzPts val="1000"/>
              <a:buFont typeface="Hanken Grotesk"/>
              <a:buChar char="■"/>
              <a:defRPr/>
            </a:lvl3pPr>
            <a:lvl4pPr indent="-292100" lvl="3" marL="1828800">
              <a:spcBef>
                <a:spcPts val="0"/>
              </a:spcBef>
              <a:spcAft>
                <a:spcPts val="0"/>
              </a:spcAft>
              <a:buSzPts val="1000"/>
              <a:buFont typeface="Hanken Grotesk"/>
              <a:buChar char="●"/>
              <a:defRPr/>
            </a:lvl4pPr>
            <a:lvl5pPr indent="-292100" lvl="4" marL="2286000">
              <a:spcBef>
                <a:spcPts val="0"/>
              </a:spcBef>
              <a:spcAft>
                <a:spcPts val="0"/>
              </a:spcAft>
              <a:buSzPts val="1000"/>
              <a:buFont typeface="Hanken Grotesk"/>
              <a:buChar char="○"/>
              <a:defRPr/>
            </a:lvl5pPr>
            <a:lvl6pPr indent="-292100" lvl="5" marL="2743200">
              <a:spcBef>
                <a:spcPts val="0"/>
              </a:spcBef>
              <a:spcAft>
                <a:spcPts val="0"/>
              </a:spcAft>
              <a:buSzPts val="1000"/>
              <a:buFont typeface="Hanken Grotesk"/>
              <a:buChar char="■"/>
              <a:defRPr/>
            </a:lvl6pPr>
            <a:lvl7pPr indent="-292100" lvl="6" marL="3200400">
              <a:spcBef>
                <a:spcPts val="0"/>
              </a:spcBef>
              <a:spcAft>
                <a:spcPts val="0"/>
              </a:spcAft>
              <a:buSzPts val="1000"/>
              <a:buFont typeface="Hanken Grotesk"/>
              <a:buChar char="●"/>
              <a:defRPr/>
            </a:lvl7pPr>
            <a:lvl8pPr indent="-292100" lvl="7" marL="3657600">
              <a:spcBef>
                <a:spcPts val="0"/>
              </a:spcBef>
              <a:spcAft>
                <a:spcPts val="0"/>
              </a:spcAft>
              <a:buSzPts val="1000"/>
              <a:buFont typeface="Hanken Grotesk"/>
              <a:buChar char="○"/>
              <a:defRPr/>
            </a:lvl8pPr>
            <a:lvl9pPr indent="-292100" lvl="8" marL="4114800">
              <a:spcBef>
                <a:spcPts val="0"/>
              </a:spcBef>
              <a:spcAft>
                <a:spcPts val="0"/>
              </a:spcAft>
              <a:buSzPts val="1000"/>
              <a:buFont typeface="Hanken Grotesk"/>
              <a:buChar char="■"/>
              <a:defRPr/>
            </a:lvl9pPr>
          </a:lstStyle>
          <a:p/>
        </p:txBody>
      </p:sp>
      <p:sp>
        <p:nvSpPr>
          <p:cNvPr id="14" name="Google Shape;14;p2"/>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2"/>
          <p:cNvSpPr txBox="1"/>
          <p:nvPr>
            <p:ph idx="3" type="subTitle"/>
          </p:nvPr>
        </p:nvSpPr>
        <p:spPr>
          <a:xfrm>
            <a:off x="5539488"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 name="Google Shape;16;p2"/>
          <p:cNvSpPr txBox="1"/>
          <p:nvPr>
            <p:ph idx="4" type="subTitle"/>
          </p:nvPr>
        </p:nvSpPr>
        <p:spPr>
          <a:xfrm>
            <a:off x="7040700"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CUSTOM_7_1_1_1_1_1_1_1_1_1_1_1_1_1_1_1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4322100" y="470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19" name="Google Shape;19;p3"/>
          <p:cNvSpPr txBox="1"/>
          <p:nvPr>
            <p:ph idx="2" type="subTitle"/>
          </p:nvPr>
        </p:nvSpPr>
        <p:spPr>
          <a:xfrm>
            <a:off x="4322100" y="5385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0" name="Google Shape;20;p3"/>
          <p:cNvSpPr txBox="1"/>
          <p:nvPr>
            <p:ph idx="3" type="subTitle"/>
          </p:nvPr>
        </p:nvSpPr>
        <p:spPr>
          <a:xfrm>
            <a:off x="4322100" y="10613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1" name="Google Shape;21;p3"/>
          <p:cNvSpPr txBox="1"/>
          <p:nvPr>
            <p:ph idx="4" type="subTitle"/>
          </p:nvPr>
        </p:nvSpPr>
        <p:spPr>
          <a:xfrm>
            <a:off x="4322100" y="15602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2" name="Google Shape;22;p3"/>
          <p:cNvSpPr txBox="1"/>
          <p:nvPr>
            <p:ph idx="5" type="subTitle"/>
          </p:nvPr>
        </p:nvSpPr>
        <p:spPr>
          <a:xfrm>
            <a:off x="4322100" y="209436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3" name="Google Shape;23;p3"/>
          <p:cNvSpPr txBox="1"/>
          <p:nvPr>
            <p:ph idx="6" type="subTitle"/>
          </p:nvPr>
        </p:nvSpPr>
        <p:spPr>
          <a:xfrm>
            <a:off x="4322100" y="26053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4" name="Google Shape;24;p3"/>
          <p:cNvSpPr txBox="1"/>
          <p:nvPr>
            <p:ph idx="7" type="subTitle"/>
          </p:nvPr>
        </p:nvSpPr>
        <p:spPr>
          <a:xfrm>
            <a:off x="4322100" y="31201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5" name="Google Shape;25;p3"/>
          <p:cNvSpPr txBox="1"/>
          <p:nvPr>
            <p:ph idx="8" type="subTitle"/>
          </p:nvPr>
        </p:nvSpPr>
        <p:spPr>
          <a:xfrm>
            <a:off x="4322100" y="36348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6" name="Google Shape;26;p3"/>
          <p:cNvSpPr txBox="1"/>
          <p:nvPr>
            <p:ph idx="9" type="subTitle"/>
          </p:nvPr>
        </p:nvSpPr>
        <p:spPr>
          <a:xfrm>
            <a:off x="4322100" y="4152488"/>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7" name="Google Shape;27;p3"/>
          <p:cNvSpPr txBox="1"/>
          <p:nvPr>
            <p:ph idx="13" type="subTitle"/>
          </p:nvPr>
        </p:nvSpPr>
        <p:spPr>
          <a:xfrm>
            <a:off x="4322100" y="46672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8" name="Google Shape;28;p3"/>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29" name="Google Shape;29;p3"/>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0" name="Google Shape;30;p3"/>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1" name="Google Shape;31;p3"/>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2" name="Google Shape;32;p3"/>
          <p:cNvSpPr txBox="1"/>
          <p:nvPr>
            <p:ph idx="18" type="subTitle"/>
          </p:nvPr>
        </p:nvSpPr>
        <p:spPr>
          <a:xfrm>
            <a:off x="8440475" y="208266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3" name="Google Shape;33;p3"/>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4" name="Google Shape;34;p3"/>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5" name="Google Shape;35;p3"/>
          <p:cNvSpPr txBox="1"/>
          <p:nvPr>
            <p:ph idx="21" type="subTitle"/>
          </p:nvPr>
        </p:nvSpPr>
        <p:spPr>
          <a:xfrm>
            <a:off x="8440475" y="36231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6" name="Google Shape;36;p3"/>
          <p:cNvSpPr txBox="1"/>
          <p:nvPr>
            <p:ph idx="22" type="subTitle"/>
          </p:nvPr>
        </p:nvSpPr>
        <p:spPr>
          <a:xfrm>
            <a:off x="8440475" y="4140788"/>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7" name="Google Shape;37;p3"/>
          <p:cNvSpPr txBox="1"/>
          <p:nvPr>
            <p:ph idx="23" type="subTitle"/>
          </p:nvPr>
        </p:nvSpPr>
        <p:spPr>
          <a:xfrm>
            <a:off x="8440475" y="46555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8" name="Google Shape;38;p3"/>
          <p:cNvSpPr txBox="1"/>
          <p:nvPr>
            <p:ph type="title"/>
          </p:nvPr>
        </p:nvSpPr>
        <p:spPr>
          <a:xfrm>
            <a:off x="594025" y="184702"/>
            <a:ext cx="3696300" cy="153900"/>
          </a:xfrm>
          <a:prstGeom prst="rect">
            <a:avLst/>
          </a:prstGeom>
        </p:spPr>
        <p:txBody>
          <a:bodyPr anchorCtr="0" anchor="ctr" bIns="0" lIns="0" spcFirstLastPara="1" rIns="0" wrap="square" tIns="0">
            <a:normAutofit/>
          </a:bodyPr>
          <a:lstStyle>
            <a:lvl1pPr lvl="0">
              <a:spcBef>
                <a:spcPts val="0"/>
              </a:spcBef>
              <a:spcAft>
                <a:spcPts val="0"/>
              </a:spcAft>
              <a:buSzPts val="1000"/>
              <a:buFont typeface="Hanken Grotesk"/>
              <a:buNone/>
              <a:defRPr b="1" sz="1000">
                <a:latin typeface="Hanken Grotesk"/>
                <a:ea typeface="Hanken Grotesk"/>
                <a:cs typeface="Hanken Grotesk"/>
                <a:sym typeface="Hanken Grotesk"/>
              </a:defRPr>
            </a:lvl1pPr>
            <a:lvl2pPr lvl="1">
              <a:spcBef>
                <a:spcPts val="0"/>
              </a:spcBef>
              <a:spcAft>
                <a:spcPts val="0"/>
              </a:spcAft>
              <a:buSzPts val="1000"/>
              <a:buFont typeface="Hanken Grotesk"/>
              <a:buNone/>
              <a:defRPr b="1" sz="1000">
                <a:latin typeface="Hanken Grotesk"/>
                <a:ea typeface="Hanken Grotesk"/>
                <a:cs typeface="Hanken Grotesk"/>
                <a:sym typeface="Hanken Grotesk"/>
              </a:defRPr>
            </a:lvl2pPr>
            <a:lvl3pPr lvl="2">
              <a:spcBef>
                <a:spcPts val="0"/>
              </a:spcBef>
              <a:spcAft>
                <a:spcPts val="0"/>
              </a:spcAft>
              <a:buSzPts val="1000"/>
              <a:buFont typeface="Hanken Grotesk"/>
              <a:buNone/>
              <a:defRPr b="1" sz="1000">
                <a:latin typeface="Hanken Grotesk"/>
                <a:ea typeface="Hanken Grotesk"/>
                <a:cs typeface="Hanken Grotesk"/>
                <a:sym typeface="Hanken Grotesk"/>
              </a:defRPr>
            </a:lvl3pPr>
            <a:lvl4pPr lvl="3">
              <a:spcBef>
                <a:spcPts val="0"/>
              </a:spcBef>
              <a:spcAft>
                <a:spcPts val="0"/>
              </a:spcAft>
              <a:buSzPts val="1000"/>
              <a:buFont typeface="Hanken Grotesk"/>
              <a:buNone/>
              <a:defRPr b="1" sz="1000">
                <a:latin typeface="Hanken Grotesk"/>
                <a:ea typeface="Hanken Grotesk"/>
                <a:cs typeface="Hanken Grotesk"/>
                <a:sym typeface="Hanken Grotesk"/>
              </a:defRPr>
            </a:lvl4pPr>
            <a:lvl5pPr lvl="4">
              <a:spcBef>
                <a:spcPts val="0"/>
              </a:spcBef>
              <a:spcAft>
                <a:spcPts val="0"/>
              </a:spcAft>
              <a:buSzPts val="1000"/>
              <a:buFont typeface="Hanken Grotesk"/>
              <a:buNone/>
              <a:defRPr b="1" sz="1000">
                <a:latin typeface="Hanken Grotesk"/>
                <a:ea typeface="Hanken Grotesk"/>
                <a:cs typeface="Hanken Grotesk"/>
                <a:sym typeface="Hanken Grotesk"/>
              </a:defRPr>
            </a:lvl5pPr>
            <a:lvl6pPr lvl="5">
              <a:spcBef>
                <a:spcPts val="0"/>
              </a:spcBef>
              <a:spcAft>
                <a:spcPts val="0"/>
              </a:spcAft>
              <a:buSzPts val="1000"/>
              <a:buFont typeface="Hanken Grotesk"/>
              <a:buNone/>
              <a:defRPr b="1" sz="1000">
                <a:latin typeface="Hanken Grotesk"/>
                <a:ea typeface="Hanken Grotesk"/>
                <a:cs typeface="Hanken Grotesk"/>
                <a:sym typeface="Hanken Grotesk"/>
              </a:defRPr>
            </a:lvl6pPr>
            <a:lvl7pPr lvl="6">
              <a:spcBef>
                <a:spcPts val="0"/>
              </a:spcBef>
              <a:spcAft>
                <a:spcPts val="0"/>
              </a:spcAft>
              <a:buSzPts val="1000"/>
              <a:buFont typeface="Hanken Grotesk"/>
              <a:buNone/>
              <a:defRPr b="1" sz="1000">
                <a:latin typeface="Hanken Grotesk"/>
                <a:ea typeface="Hanken Grotesk"/>
                <a:cs typeface="Hanken Grotesk"/>
                <a:sym typeface="Hanken Grotesk"/>
              </a:defRPr>
            </a:lvl7pPr>
            <a:lvl8pPr lvl="7">
              <a:spcBef>
                <a:spcPts val="0"/>
              </a:spcBef>
              <a:spcAft>
                <a:spcPts val="0"/>
              </a:spcAft>
              <a:buSzPts val="1000"/>
              <a:buFont typeface="Hanken Grotesk"/>
              <a:buNone/>
              <a:defRPr b="1" sz="1000">
                <a:latin typeface="Hanken Grotesk"/>
                <a:ea typeface="Hanken Grotesk"/>
                <a:cs typeface="Hanken Grotesk"/>
                <a:sym typeface="Hanken Grotesk"/>
              </a:defRPr>
            </a:lvl8pPr>
            <a:lvl9pPr lvl="8">
              <a:spcBef>
                <a:spcPts val="0"/>
              </a:spcBef>
              <a:spcAft>
                <a:spcPts val="0"/>
              </a:spcAft>
              <a:buSzPts val="1000"/>
              <a:buFont typeface="Hanken Grotesk"/>
              <a:buNone/>
              <a:defRPr b="1" sz="1000">
                <a:latin typeface="Hanken Grotesk"/>
                <a:ea typeface="Hanken Grotesk"/>
                <a:cs typeface="Hanken Grotesk"/>
                <a:sym typeface="Hanken Grotesk"/>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p:cSld name="CUSTOM_1">
    <p:spTree>
      <p:nvGrpSpPr>
        <p:cNvPr id="39" name="Shape 39"/>
        <p:cNvGrpSpPr/>
        <p:nvPr/>
      </p:nvGrpSpPr>
      <p:grpSpPr>
        <a:xfrm>
          <a:off x="0" y="0"/>
          <a:ext cx="0" cy="0"/>
          <a:chOff x="0" y="0"/>
          <a:chExt cx="0" cy="0"/>
        </a:xfrm>
      </p:grpSpPr>
      <p:sp>
        <p:nvSpPr>
          <p:cNvPr id="40" name="Google Shape;40;p4"/>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1" name="Google Shape;41;p4"/>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 name="Google Shape;42;p4"/>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3" name="Google Shape;43;p4"/>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4" name="Google Shape;44;p4"/>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 name="Google Shape;45;p4"/>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6" name="Google Shape;46;p4"/>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7" name="Google Shape;47;p4"/>
          <p:cNvSpPr txBox="1"/>
          <p:nvPr>
            <p:ph idx="6" type="title"/>
          </p:nvPr>
        </p:nvSpPr>
        <p:spPr>
          <a:xfrm>
            <a:off x="1399000" y="858998"/>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8" name="Google Shape;48;p4"/>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9" name="Google Shape;49;p4"/>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0" name="Google Shape;50;p4"/>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1" name="Google Shape;51;p4"/>
          <p:cNvSpPr txBox="1"/>
          <p:nvPr>
            <p:ph idx="7" type="title"/>
          </p:nvPr>
        </p:nvSpPr>
        <p:spPr>
          <a:xfrm>
            <a:off x="1552450" y="3144818"/>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2" name="Google Shape;52;p4"/>
          <p:cNvSpPr txBox="1"/>
          <p:nvPr>
            <p:ph idx="8" type="title"/>
          </p:nvPr>
        </p:nvSpPr>
        <p:spPr>
          <a:xfrm>
            <a:off x="1552450" y="4601474"/>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3" name="Google Shape;53;p4"/>
          <p:cNvSpPr txBox="1"/>
          <p:nvPr>
            <p:ph idx="9" type="title"/>
          </p:nvPr>
        </p:nvSpPr>
        <p:spPr>
          <a:xfrm>
            <a:off x="1552450" y="1678277"/>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4" name="Google Shape;54;p4"/>
          <p:cNvSpPr/>
          <p:nvPr>
            <p:ph idx="13" type="pic"/>
          </p:nvPr>
        </p:nvSpPr>
        <p:spPr>
          <a:xfrm>
            <a:off x="325850" y="928525"/>
            <a:ext cx="930900" cy="930900"/>
          </a:xfrm>
          <a:prstGeom prst="roundRect">
            <a:avLst>
              <a:gd fmla="val 12343" name="adj"/>
            </a:avLst>
          </a:prstGeom>
          <a:solidFill>
            <a:schemeClr val="lt1"/>
          </a:solidFill>
          <a:ln>
            <a:noFill/>
          </a:ln>
        </p:spPr>
      </p:sp>
      <p:sp>
        <p:nvSpPr>
          <p:cNvPr id="55" name="Google Shape;55;p4"/>
          <p:cNvSpPr/>
          <p:nvPr>
            <p:ph idx="14" type="pic"/>
          </p:nvPr>
        </p:nvSpPr>
        <p:spPr>
          <a:xfrm>
            <a:off x="325850" y="2396325"/>
            <a:ext cx="930900" cy="930900"/>
          </a:xfrm>
          <a:prstGeom prst="roundRect">
            <a:avLst>
              <a:gd fmla="val 12343" name="adj"/>
            </a:avLst>
          </a:prstGeom>
          <a:solidFill>
            <a:schemeClr val="lt1"/>
          </a:solidFill>
          <a:ln>
            <a:noFill/>
          </a:ln>
        </p:spPr>
      </p:sp>
      <p:sp>
        <p:nvSpPr>
          <p:cNvPr id="56" name="Google Shape;56;p4"/>
          <p:cNvSpPr/>
          <p:nvPr>
            <p:ph idx="15" type="pic"/>
          </p:nvPr>
        </p:nvSpPr>
        <p:spPr>
          <a:xfrm>
            <a:off x="325850" y="3849175"/>
            <a:ext cx="930900" cy="930900"/>
          </a:xfrm>
          <a:prstGeom prst="roundRect">
            <a:avLst>
              <a:gd fmla="val 12343" name="adj"/>
            </a:avLst>
          </a:prstGeom>
          <a:solidFill>
            <a:schemeClr val="lt1"/>
          </a:solidFill>
          <a:ln>
            <a:noFill/>
          </a:ln>
        </p:spPr>
      </p:sp>
      <p:sp>
        <p:nvSpPr>
          <p:cNvPr id="57" name="Google Shape;57;p4"/>
          <p:cNvSpPr txBox="1"/>
          <p:nvPr>
            <p:ph idx="16" type="body"/>
          </p:nvPr>
        </p:nvSpPr>
        <p:spPr>
          <a:xfrm>
            <a:off x="3060150" y="159825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8" name="Google Shape;58;p4"/>
          <p:cNvSpPr txBox="1"/>
          <p:nvPr>
            <p:ph idx="17" type="body"/>
          </p:nvPr>
        </p:nvSpPr>
        <p:spPr>
          <a:xfrm>
            <a:off x="3060150" y="310820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9" name="Google Shape;59;p4"/>
          <p:cNvSpPr txBox="1"/>
          <p:nvPr>
            <p:ph idx="18" type="body"/>
          </p:nvPr>
        </p:nvSpPr>
        <p:spPr>
          <a:xfrm>
            <a:off x="3060150" y="4553025"/>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2">
  <p:cSld name="CUSTOM_1_2">
    <p:spTree>
      <p:nvGrpSpPr>
        <p:cNvPr id="60" name="Shape 60"/>
        <p:cNvGrpSpPr/>
        <p:nvPr/>
      </p:nvGrpSpPr>
      <p:grpSpPr>
        <a:xfrm>
          <a:off x="0" y="0"/>
          <a:ext cx="0" cy="0"/>
          <a:chOff x="0" y="0"/>
          <a:chExt cx="0" cy="0"/>
        </a:xfrm>
      </p:grpSpPr>
      <p:sp>
        <p:nvSpPr>
          <p:cNvPr id="61" name="Google Shape;61;p5"/>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62" name="Google Shape;62;p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3" name="Google Shape;63;p5"/>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4" name="Google Shape;64;p5"/>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5" name="Google Shape;65;p5"/>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6" name="Google Shape;66;p5"/>
          <p:cNvSpPr txBox="1"/>
          <p:nvPr>
            <p:ph type="title"/>
          </p:nvPr>
        </p:nvSpPr>
        <p:spPr>
          <a:xfrm>
            <a:off x="596525" y="753331"/>
            <a:ext cx="7062000" cy="8550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5"/>
          <p:cNvSpPr txBox="1"/>
          <p:nvPr>
            <p:ph idx="5" type="title"/>
          </p:nvPr>
        </p:nvSpPr>
        <p:spPr>
          <a:xfrm>
            <a:off x="1279000"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5"/>
          <p:cNvSpPr txBox="1"/>
          <p:nvPr>
            <p:ph idx="6" type="title"/>
          </p:nvPr>
        </p:nvSpPr>
        <p:spPr>
          <a:xfrm>
            <a:off x="127900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5"/>
          <p:cNvSpPr txBox="1"/>
          <p:nvPr>
            <p:ph idx="7" type="title"/>
          </p:nvPr>
        </p:nvSpPr>
        <p:spPr>
          <a:xfrm>
            <a:off x="491785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0" name="Google Shape;70;p5"/>
          <p:cNvSpPr txBox="1"/>
          <p:nvPr>
            <p:ph idx="8" type="title"/>
          </p:nvPr>
        </p:nvSpPr>
        <p:spPr>
          <a:xfrm>
            <a:off x="491785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5"/>
          <p:cNvSpPr txBox="1"/>
          <p:nvPr>
            <p:ph idx="9" type="title"/>
          </p:nvPr>
        </p:nvSpPr>
        <p:spPr>
          <a:xfrm>
            <a:off x="4925175"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5"/>
          <p:cNvSpPr/>
          <p:nvPr>
            <p:ph idx="13" type="pic"/>
          </p:nvPr>
        </p:nvSpPr>
        <p:spPr>
          <a:xfrm>
            <a:off x="4021150" y="1690575"/>
            <a:ext cx="735600" cy="735600"/>
          </a:xfrm>
          <a:prstGeom prst="ellipse">
            <a:avLst/>
          </a:prstGeom>
          <a:noFill/>
          <a:ln>
            <a:noFill/>
          </a:ln>
        </p:spPr>
      </p:sp>
      <p:sp>
        <p:nvSpPr>
          <p:cNvPr id="73" name="Google Shape;73;p5"/>
          <p:cNvSpPr/>
          <p:nvPr>
            <p:ph idx="14" type="pic"/>
          </p:nvPr>
        </p:nvSpPr>
        <p:spPr>
          <a:xfrm>
            <a:off x="4021150" y="2738375"/>
            <a:ext cx="735600" cy="735600"/>
          </a:xfrm>
          <a:prstGeom prst="ellipse">
            <a:avLst/>
          </a:prstGeom>
          <a:noFill/>
          <a:ln>
            <a:noFill/>
          </a:ln>
        </p:spPr>
      </p:sp>
      <p:sp>
        <p:nvSpPr>
          <p:cNvPr id="74" name="Google Shape;74;p5"/>
          <p:cNvSpPr/>
          <p:nvPr>
            <p:ph idx="15" type="pic"/>
          </p:nvPr>
        </p:nvSpPr>
        <p:spPr>
          <a:xfrm>
            <a:off x="4021150" y="3789600"/>
            <a:ext cx="735600" cy="735600"/>
          </a:xfrm>
          <a:prstGeom prst="ellipse">
            <a:avLst/>
          </a:prstGeom>
          <a:noFill/>
          <a:ln>
            <a:noFill/>
          </a:ln>
        </p:spPr>
      </p:sp>
      <p:sp>
        <p:nvSpPr>
          <p:cNvPr id="75" name="Google Shape;75;p5"/>
          <p:cNvSpPr/>
          <p:nvPr>
            <p:ph idx="16" type="pic"/>
          </p:nvPr>
        </p:nvSpPr>
        <p:spPr>
          <a:xfrm>
            <a:off x="377300" y="1690575"/>
            <a:ext cx="735600" cy="735600"/>
          </a:xfrm>
          <a:prstGeom prst="ellipse">
            <a:avLst/>
          </a:prstGeom>
          <a:noFill/>
          <a:ln>
            <a:noFill/>
          </a:ln>
        </p:spPr>
      </p:sp>
      <p:sp>
        <p:nvSpPr>
          <p:cNvPr id="76" name="Google Shape;76;p5"/>
          <p:cNvSpPr/>
          <p:nvPr>
            <p:ph idx="17" type="pic"/>
          </p:nvPr>
        </p:nvSpPr>
        <p:spPr>
          <a:xfrm>
            <a:off x="377300" y="2738375"/>
            <a:ext cx="735600" cy="735600"/>
          </a:xfrm>
          <a:prstGeom prst="ellipse">
            <a:avLst/>
          </a:prstGeom>
          <a:noFill/>
          <a:ln>
            <a:noFill/>
          </a:ln>
        </p:spPr>
      </p:sp>
      <p:sp>
        <p:nvSpPr>
          <p:cNvPr id="77" name="Google Shape;77;p5"/>
          <p:cNvSpPr/>
          <p:nvPr>
            <p:ph idx="18" type="pic"/>
          </p:nvPr>
        </p:nvSpPr>
        <p:spPr>
          <a:xfrm>
            <a:off x="377300" y="3789600"/>
            <a:ext cx="735600" cy="735600"/>
          </a:xfrm>
          <a:prstGeom prst="ellipse">
            <a:avLst/>
          </a:prstGeom>
          <a:noFill/>
          <a:ln>
            <a:noFill/>
          </a:ln>
        </p:spPr>
      </p:sp>
      <p:sp>
        <p:nvSpPr>
          <p:cNvPr id="78" name="Google Shape;78;p5"/>
          <p:cNvSpPr txBox="1"/>
          <p:nvPr>
            <p:ph idx="19" type="title"/>
          </p:nvPr>
        </p:nvSpPr>
        <p:spPr>
          <a:xfrm>
            <a:off x="127900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9" name="Google Shape;79;p5"/>
          <p:cNvSpPr txBox="1"/>
          <p:nvPr>
            <p:ph idx="20" type="body"/>
          </p:nvPr>
        </p:nvSpPr>
        <p:spPr>
          <a:xfrm>
            <a:off x="127900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0" name="Google Shape;80;p5"/>
          <p:cNvSpPr txBox="1"/>
          <p:nvPr>
            <p:ph idx="21" type="body"/>
          </p:nvPr>
        </p:nvSpPr>
        <p:spPr>
          <a:xfrm>
            <a:off x="127900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 name="Google Shape;81;p5"/>
          <p:cNvSpPr txBox="1"/>
          <p:nvPr>
            <p:ph idx="22" type="body"/>
          </p:nvPr>
        </p:nvSpPr>
        <p:spPr>
          <a:xfrm>
            <a:off x="127900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 name="Google Shape;82;p5"/>
          <p:cNvSpPr txBox="1"/>
          <p:nvPr>
            <p:ph idx="23" type="body"/>
          </p:nvPr>
        </p:nvSpPr>
        <p:spPr>
          <a:xfrm>
            <a:off x="491785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5"/>
          <p:cNvSpPr txBox="1"/>
          <p:nvPr>
            <p:ph idx="24" type="body"/>
          </p:nvPr>
        </p:nvSpPr>
        <p:spPr>
          <a:xfrm>
            <a:off x="491785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5"/>
          <p:cNvSpPr txBox="1"/>
          <p:nvPr>
            <p:ph idx="25" type="body"/>
          </p:nvPr>
        </p:nvSpPr>
        <p:spPr>
          <a:xfrm>
            <a:off x="491785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older">
  <p:cSld name="BLANK_1_1_1_1">
    <p:bg>
      <p:bgPr>
        <a:solidFill>
          <a:schemeClr val="dk2"/>
        </a:solidFill>
      </p:bgPr>
    </p:bg>
    <p:spTree>
      <p:nvGrpSpPr>
        <p:cNvPr id="85" name="Shape 85"/>
        <p:cNvGrpSpPr/>
        <p:nvPr/>
      </p:nvGrpSpPr>
      <p:grpSpPr>
        <a:xfrm>
          <a:off x="0" y="0"/>
          <a:ext cx="0" cy="0"/>
          <a:chOff x="0" y="0"/>
          <a:chExt cx="0" cy="0"/>
        </a:xfrm>
      </p:grpSpPr>
      <p:grpSp>
        <p:nvGrpSpPr>
          <p:cNvPr id="86" name="Google Shape;86;p6"/>
          <p:cNvGrpSpPr/>
          <p:nvPr/>
        </p:nvGrpSpPr>
        <p:grpSpPr>
          <a:xfrm>
            <a:off x="228600" y="210088"/>
            <a:ext cx="8686800" cy="4676475"/>
            <a:chOff x="228600" y="210088"/>
            <a:chExt cx="8686800" cy="4676475"/>
          </a:xfrm>
        </p:grpSpPr>
        <p:sp>
          <p:nvSpPr>
            <p:cNvPr id="87" name="Google Shape;87;p6"/>
            <p:cNvSpPr/>
            <p:nvPr/>
          </p:nvSpPr>
          <p:spPr>
            <a:xfrm>
              <a:off x="228600" y="566563"/>
              <a:ext cx="8686800" cy="4320000"/>
            </a:xfrm>
            <a:prstGeom prst="roundRect">
              <a:avLst>
                <a:gd fmla="val 540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8" name="Google Shape;88;p6"/>
            <p:cNvSpPr/>
            <p:nvPr/>
          </p:nvSpPr>
          <p:spPr>
            <a:xfrm>
              <a:off x="912237" y="2100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89" name="Google Shape;89;p6"/>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0" name="Google Shape;90;p6"/>
          <p:cNvSpPr txBox="1"/>
          <p:nvPr>
            <p:ph idx="2" type="body"/>
          </p:nvPr>
        </p:nvSpPr>
        <p:spPr>
          <a:xfrm>
            <a:off x="593775" y="3900525"/>
            <a:ext cx="4346700" cy="7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91" name="Google Shape;91;p6"/>
          <p:cNvSpPr txBox="1"/>
          <p:nvPr>
            <p:ph type="title"/>
          </p:nvPr>
        </p:nvSpPr>
        <p:spPr>
          <a:xfrm>
            <a:off x="593775" y="984700"/>
            <a:ext cx="7948200" cy="22164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2">
    <p:spTree>
      <p:nvGrpSpPr>
        <p:cNvPr id="92" name="Shape 92"/>
        <p:cNvGrpSpPr/>
        <p:nvPr/>
      </p:nvGrpSpPr>
      <p:grpSpPr>
        <a:xfrm>
          <a:off x="0" y="0"/>
          <a:ext cx="0" cy="0"/>
          <a:chOff x="0" y="0"/>
          <a:chExt cx="0" cy="0"/>
        </a:xfrm>
      </p:grpSpPr>
      <p:sp>
        <p:nvSpPr>
          <p:cNvPr id="93" name="Google Shape;93;p7"/>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p:txBody>
      </p:sp>
      <p:cxnSp>
        <p:nvCxnSpPr>
          <p:cNvPr id="94" name="Google Shape;94;p7"/>
          <p:cNvCxnSpPr/>
          <p:nvPr/>
        </p:nvCxnSpPr>
        <p:spPr>
          <a:xfrm rot="10800000">
            <a:off x="-2100" y="4759975"/>
            <a:ext cx="9148200" cy="0"/>
          </a:xfrm>
          <a:prstGeom prst="straightConnector1">
            <a:avLst/>
          </a:prstGeom>
          <a:noFill/>
          <a:ln cap="flat" cmpd="sng" w="9525">
            <a:solidFill>
              <a:schemeClr val="dk1"/>
            </a:solidFill>
            <a:prstDash val="solid"/>
            <a:round/>
            <a:headEnd len="sm" w="sm" type="none"/>
            <a:tailEnd len="sm" w="sm" type="none"/>
          </a:ln>
        </p:spPr>
      </p:cxnSp>
      <p:sp>
        <p:nvSpPr>
          <p:cNvPr id="95" name="Google Shape;95;p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6" name="Google Shape;96;p7"/>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97" name="Google Shape;97;p7"/>
          <p:cNvGrpSpPr/>
          <p:nvPr/>
        </p:nvGrpSpPr>
        <p:grpSpPr>
          <a:xfrm>
            <a:off x="1724267" y="547463"/>
            <a:ext cx="658200" cy="449397"/>
            <a:chOff x="2467317" y="547413"/>
            <a:chExt cx="658200" cy="449397"/>
          </a:xfrm>
        </p:grpSpPr>
        <p:sp>
          <p:nvSpPr>
            <p:cNvPr id="98" name="Google Shape;98;p7"/>
            <p:cNvSpPr/>
            <p:nvPr/>
          </p:nvSpPr>
          <p:spPr>
            <a:xfrm rot="5400000">
              <a:off x="2593167" y="464460"/>
              <a:ext cx="406500" cy="6582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99" name="Google Shape;99;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0" name="Google Shape;100;p7"/>
          <p:cNvGrpSpPr/>
          <p:nvPr/>
        </p:nvGrpSpPr>
        <p:grpSpPr>
          <a:xfrm>
            <a:off x="981142" y="547476"/>
            <a:ext cx="658200" cy="449397"/>
            <a:chOff x="2467317" y="547413"/>
            <a:chExt cx="658200" cy="449397"/>
          </a:xfrm>
        </p:grpSpPr>
        <p:sp>
          <p:nvSpPr>
            <p:cNvPr id="101" name="Google Shape;101;p7"/>
            <p:cNvSpPr/>
            <p:nvPr/>
          </p:nvSpPr>
          <p:spPr>
            <a:xfrm rot="5400000">
              <a:off x="2593167" y="464460"/>
              <a:ext cx="406500" cy="6582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2" name="Google Shape;102;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3" name="Google Shape;103;p7"/>
          <p:cNvGrpSpPr/>
          <p:nvPr/>
        </p:nvGrpSpPr>
        <p:grpSpPr>
          <a:xfrm>
            <a:off x="2467317" y="547413"/>
            <a:ext cx="658200" cy="449397"/>
            <a:chOff x="2467317" y="547413"/>
            <a:chExt cx="658200" cy="449397"/>
          </a:xfrm>
        </p:grpSpPr>
        <p:sp>
          <p:nvSpPr>
            <p:cNvPr id="104" name="Google Shape;104;p7"/>
            <p:cNvSpPr/>
            <p:nvPr/>
          </p:nvSpPr>
          <p:spPr>
            <a:xfrm rot="5400000">
              <a:off x="2593167" y="464460"/>
              <a:ext cx="406500" cy="6582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5" name="Google Shape;105;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6" name="Google Shape;106;p7"/>
          <p:cNvGrpSpPr/>
          <p:nvPr/>
        </p:nvGrpSpPr>
        <p:grpSpPr>
          <a:xfrm>
            <a:off x="238017" y="549426"/>
            <a:ext cx="658200" cy="449397"/>
            <a:chOff x="2467317" y="547413"/>
            <a:chExt cx="658200" cy="449397"/>
          </a:xfrm>
        </p:grpSpPr>
        <p:sp>
          <p:nvSpPr>
            <p:cNvPr id="107" name="Google Shape;107;p7"/>
            <p:cNvSpPr/>
            <p:nvPr/>
          </p:nvSpPr>
          <p:spPr>
            <a:xfrm rot="5400000">
              <a:off x="2593167" y="464460"/>
              <a:ext cx="406500" cy="6582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8" name="Google Shape;108;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Grey">
  <p:cSld name="BLANK_1_1_1_1_1_1_1_1">
    <p:bg>
      <p:bgPr>
        <a:solidFill>
          <a:schemeClr val="dk2"/>
        </a:solidFill>
      </p:bgPr>
    </p:bg>
    <p:spTree>
      <p:nvGrpSpPr>
        <p:cNvPr id="109" name="Shape 109"/>
        <p:cNvGrpSpPr/>
        <p:nvPr/>
      </p:nvGrpSpPr>
      <p:grpSpPr>
        <a:xfrm>
          <a:off x="0" y="0"/>
          <a:ext cx="0" cy="0"/>
          <a:chOff x="0" y="0"/>
          <a:chExt cx="0" cy="0"/>
        </a:xfrm>
      </p:grpSpPr>
      <p:sp>
        <p:nvSpPr>
          <p:cNvPr id="110" name="Google Shape;110;p8"/>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1" name="Google Shape;111;p8"/>
          <p:cNvSpPr txBox="1"/>
          <p:nvPr>
            <p:ph idx="2" type="subTitle"/>
          </p:nvPr>
        </p:nvSpPr>
        <p:spPr>
          <a:xfrm>
            <a:off x="357425" y="2974373"/>
            <a:ext cx="2048400" cy="3906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8"/>
          <p:cNvSpPr txBox="1"/>
          <p:nvPr>
            <p:ph idx="3" type="subTitle"/>
          </p:nvPr>
        </p:nvSpPr>
        <p:spPr>
          <a:xfrm>
            <a:off x="357425" y="718250"/>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3" name="Google Shape;113;p8"/>
          <p:cNvSpPr txBox="1"/>
          <p:nvPr>
            <p:ph idx="4" type="body"/>
          </p:nvPr>
        </p:nvSpPr>
        <p:spPr>
          <a:xfrm>
            <a:off x="172350" y="3362406"/>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4" name="Google Shape;114;p8"/>
          <p:cNvSpPr txBox="1"/>
          <p:nvPr>
            <p:ph idx="5"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15" name="Google Shape;115;p8"/>
          <p:cNvSpPr txBox="1"/>
          <p:nvPr>
            <p:ph idx="6" type="subTitle"/>
          </p:nvPr>
        </p:nvSpPr>
        <p:spPr>
          <a:xfrm>
            <a:off x="4814750" y="7170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6" name="Google Shape;116;p8"/>
          <p:cNvSpPr txBox="1"/>
          <p:nvPr>
            <p:ph idx="7" type="body"/>
          </p:nvPr>
        </p:nvSpPr>
        <p:spPr>
          <a:xfrm>
            <a:off x="4629675" y="10927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7" name="Google Shape;117;p8"/>
          <p:cNvSpPr txBox="1"/>
          <p:nvPr>
            <p:ph idx="8" type="subTitle"/>
          </p:nvPr>
        </p:nvSpPr>
        <p:spPr>
          <a:xfrm>
            <a:off x="4814750" y="30033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8"/>
          <p:cNvSpPr txBox="1"/>
          <p:nvPr>
            <p:ph idx="9" type="body"/>
          </p:nvPr>
        </p:nvSpPr>
        <p:spPr>
          <a:xfrm>
            <a:off x="4629675" y="33790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Data folders">
  <p:cSld name="CUSTOM_7_1_1_1_1_1_1_1_1_1_1_1_1_1_1_1_1_3">
    <p:spTree>
      <p:nvGrpSpPr>
        <p:cNvPr id="119" name="Shape 119"/>
        <p:cNvGrpSpPr/>
        <p:nvPr/>
      </p:nvGrpSpPr>
      <p:grpSpPr>
        <a:xfrm>
          <a:off x="0" y="0"/>
          <a:ext cx="0" cy="0"/>
          <a:chOff x="0" y="0"/>
          <a:chExt cx="0" cy="0"/>
        </a:xfrm>
      </p:grpSpPr>
      <p:sp>
        <p:nvSpPr>
          <p:cNvPr id="120" name="Google Shape;120;p9"/>
          <p:cNvSpPr txBox="1"/>
          <p:nvPr>
            <p:ph type="title"/>
          </p:nvPr>
        </p:nvSpPr>
        <p:spPr>
          <a:xfrm>
            <a:off x="193900"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1" name="Google Shape;121;p9"/>
          <p:cNvSpPr txBox="1"/>
          <p:nvPr>
            <p:ph idx="2" type="title"/>
          </p:nvPr>
        </p:nvSpPr>
        <p:spPr>
          <a:xfrm>
            <a:off x="193900"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2" name="Google Shape;122;p9"/>
          <p:cNvSpPr txBox="1"/>
          <p:nvPr>
            <p:ph idx="3" type="title"/>
          </p:nvPr>
        </p:nvSpPr>
        <p:spPr>
          <a:xfrm>
            <a:off x="2391238"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3" name="Google Shape;123;p9"/>
          <p:cNvSpPr txBox="1"/>
          <p:nvPr>
            <p:ph idx="4" type="title"/>
          </p:nvPr>
        </p:nvSpPr>
        <p:spPr>
          <a:xfrm>
            <a:off x="2391238"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4" name="Google Shape;124;p9"/>
          <p:cNvSpPr txBox="1"/>
          <p:nvPr>
            <p:ph idx="5" type="title"/>
          </p:nvPr>
        </p:nvSpPr>
        <p:spPr>
          <a:xfrm>
            <a:off x="459037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5" name="Google Shape;125;p9"/>
          <p:cNvSpPr txBox="1"/>
          <p:nvPr>
            <p:ph idx="6" type="title"/>
          </p:nvPr>
        </p:nvSpPr>
        <p:spPr>
          <a:xfrm>
            <a:off x="459037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6" name="Google Shape;126;p9"/>
          <p:cNvSpPr txBox="1"/>
          <p:nvPr>
            <p:ph idx="7" type="title"/>
          </p:nvPr>
        </p:nvSpPr>
        <p:spPr>
          <a:xfrm>
            <a:off x="678892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7" name="Google Shape;127;p9"/>
          <p:cNvSpPr txBox="1"/>
          <p:nvPr>
            <p:ph idx="8" type="title"/>
          </p:nvPr>
        </p:nvSpPr>
        <p:spPr>
          <a:xfrm>
            <a:off x="678892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8" name="Google Shape;128;p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29" name="Google Shape;129;p9"/>
          <p:cNvSpPr txBox="1"/>
          <p:nvPr>
            <p:ph idx="9" type="body"/>
          </p:nvPr>
        </p:nvSpPr>
        <p:spPr>
          <a:xfrm>
            <a:off x="192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9"/>
          <p:cNvSpPr txBox="1"/>
          <p:nvPr>
            <p:ph idx="13" type="body"/>
          </p:nvPr>
        </p:nvSpPr>
        <p:spPr>
          <a:xfrm>
            <a:off x="23912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9"/>
          <p:cNvSpPr txBox="1"/>
          <p:nvPr>
            <p:ph idx="14" type="body"/>
          </p:nvPr>
        </p:nvSpPr>
        <p:spPr>
          <a:xfrm>
            <a:off x="45906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2" name="Google Shape;132;p9"/>
          <p:cNvSpPr txBox="1"/>
          <p:nvPr>
            <p:ph idx="15" type="body"/>
          </p:nvPr>
        </p:nvSpPr>
        <p:spPr>
          <a:xfrm>
            <a:off x="6788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ta Folders">
  <p:cSld name="CUSTOM_7_1_1_1_1_1_1_1_1_1_1_1_1_1_1_1_1_4">
    <p:spTree>
      <p:nvGrpSpPr>
        <p:cNvPr id="133" name="Shape 133"/>
        <p:cNvGrpSpPr/>
        <p:nvPr/>
      </p:nvGrpSpPr>
      <p:grpSpPr>
        <a:xfrm>
          <a:off x="0" y="0"/>
          <a:ext cx="0" cy="0"/>
          <a:chOff x="0" y="0"/>
          <a:chExt cx="0" cy="0"/>
        </a:xfrm>
      </p:grpSpPr>
      <p:sp>
        <p:nvSpPr>
          <p:cNvPr id="134" name="Google Shape;134;p10"/>
          <p:cNvSpPr txBox="1"/>
          <p:nvPr>
            <p:ph type="title"/>
          </p:nvPr>
        </p:nvSpPr>
        <p:spPr>
          <a:xfrm>
            <a:off x="19390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5" name="Google Shape;135;p1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36" name="Google Shape;136;p10"/>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7" name="Google Shape;137;p10"/>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8" name="Google Shape;138;p10"/>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9" name="Google Shape;139;p10"/>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0" name="Google Shape;140;p10"/>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7_1_1_1_1_1_1_1_1_1_1_1_1_1_1_1_1_5_2">
    <p:spTree>
      <p:nvGrpSpPr>
        <p:cNvPr id="141" name="Shape 141"/>
        <p:cNvGrpSpPr/>
        <p:nvPr/>
      </p:nvGrpSpPr>
      <p:grpSpPr>
        <a:xfrm>
          <a:off x="0" y="0"/>
          <a:ext cx="0" cy="0"/>
          <a:chOff x="0" y="0"/>
          <a:chExt cx="0" cy="0"/>
        </a:xfrm>
      </p:grpSpPr>
      <p:sp>
        <p:nvSpPr>
          <p:cNvPr id="142" name="Google Shape;142;p11"/>
          <p:cNvSpPr txBox="1"/>
          <p:nvPr>
            <p:ph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3" name="Google Shape;143;p11"/>
          <p:cNvSpPr txBox="1"/>
          <p:nvPr>
            <p:ph idx="2" type="title"/>
          </p:nvPr>
        </p:nvSpPr>
        <p:spPr>
          <a:xfrm>
            <a:off x="33251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4" name="Google Shape;144;p11"/>
          <p:cNvSpPr txBox="1"/>
          <p:nvPr>
            <p:ph idx="3" type="title"/>
          </p:nvPr>
        </p:nvSpPr>
        <p:spPr>
          <a:xfrm>
            <a:off x="227250" y="12772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5" name="Google Shape;145;p11"/>
          <p:cNvSpPr txBox="1"/>
          <p:nvPr>
            <p:ph idx="4" type="title"/>
          </p:nvPr>
        </p:nvSpPr>
        <p:spPr>
          <a:xfrm>
            <a:off x="3324478" y="1277200"/>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6" name="Google Shape;146;p11"/>
          <p:cNvSpPr txBox="1"/>
          <p:nvPr>
            <p:ph idx="5" type="title"/>
          </p:nvPr>
        </p:nvSpPr>
        <p:spPr>
          <a:xfrm>
            <a:off x="6421152" y="1277200"/>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7" name="Google Shape;147;p11"/>
          <p:cNvSpPr txBox="1"/>
          <p:nvPr>
            <p:ph idx="6" type="title"/>
          </p:nvPr>
        </p:nvSpPr>
        <p:spPr>
          <a:xfrm>
            <a:off x="64219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8" name="Google Shape;148;p11"/>
          <p:cNvSpPr txBox="1"/>
          <p:nvPr>
            <p:ph idx="7" type="title"/>
          </p:nvPr>
        </p:nvSpPr>
        <p:spPr>
          <a:xfrm>
            <a:off x="226431" y="27091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9" name="Google Shape;149;p11"/>
          <p:cNvSpPr txBox="1"/>
          <p:nvPr>
            <p:ph idx="8" type="title"/>
          </p:nvPr>
        </p:nvSpPr>
        <p:spPr>
          <a:xfrm>
            <a:off x="6419945" y="270910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0" name="Google Shape;150;p11"/>
          <p:cNvSpPr txBox="1"/>
          <p:nvPr>
            <p:ph idx="9" type="title"/>
          </p:nvPr>
        </p:nvSpPr>
        <p:spPr>
          <a:xfrm>
            <a:off x="226000" y="3996225"/>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1" name="Google Shape;151;p11"/>
          <p:cNvSpPr txBox="1"/>
          <p:nvPr>
            <p:ph idx="13" type="title"/>
          </p:nvPr>
        </p:nvSpPr>
        <p:spPr>
          <a:xfrm>
            <a:off x="3322675" y="399622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2" name="Google Shape;152;p11"/>
          <p:cNvSpPr txBox="1"/>
          <p:nvPr>
            <p:ph idx="14" type="title"/>
          </p:nvPr>
        </p:nvSpPr>
        <p:spPr>
          <a:xfrm>
            <a:off x="6419350" y="399622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3" name="Google Shape;153;p11"/>
          <p:cNvSpPr txBox="1"/>
          <p:nvPr>
            <p:ph idx="15"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4" name="Google Shape;154;p11"/>
          <p:cNvSpPr txBox="1"/>
          <p:nvPr>
            <p:ph idx="16" type="title"/>
          </p:nvPr>
        </p:nvSpPr>
        <p:spPr>
          <a:xfrm>
            <a:off x="36844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5" name="Google Shape;155;p11"/>
          <p:cNvSpPr txBox="1"/>
          <p:nvPr>
            <p:ph idx="17" type="title"/>
          </p:nvPr>
        </p:nvSpPr>
        <p:spPr>
          <a:xfrm>
            <a:off x="678146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6" name="Google Shape;156;p1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57" name="Google Shape;157;p11"/>
          <p:cNvSpPr txBox="1"/>
          <p:nvPr>
            <p:ph idx="18" type="body"/>
          </p:nvPr>
        </p:nvSpPr>
        <p:spPr>
          <a:xfrm>
            <a:off x="226150" y="4230400"/>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8" name="Google Shape;158;p11"/>
          <p:cNvSpPr txBox="1"/>
          <p:nvPr>
            <p:ph idx="19" type="body"/>
          </p:nvPr>
        </p:nvSpPr>
        <p:spPr>
          <a:xfrm>
            <a:off x="3321928"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9" name="Google Shape;159;p11"/>
          <p:cNvSpPr txBox="1"/>
          <p:nvPr>
            <p:ph idx="20" type="body"/>
          </p:nvPr>
        </p:nvSpPr>
        <p:spPr>
          <a:xfrm>
            <a:off x="6417703"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0" name="Google Shape;160;p11"/>
          <p:cNvSpPr txBox="1"/>
          <p:nvPr>
            <p:ph idx="21" type="title"/>
          </p:nvPr>
        </p:nvSpPr>
        <p:spPr>
          <a:xfrm>
            <a:off x="3323270" y="270910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61" name="Google Shape;161;p11"/>
          <p:cNvSpPr txBox="1"/>
          <p:nvPr>
            <p:ph idx="22" type="body"/>
          </p:nvPr>
        </p:nvSpPr>
        <p:spPr>
          <a:xfrm>
            <a:off x="226150" y="29432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2" name="Google Shape;162;p11"/>
          <p:cNvSpPr txBox="1"/>
          <p:nvPr>
            <p:ph idx="23" type="body"/>
          </p:nvPr>
        </p:nvSpPr>
        <p:spPr>
          <a:xfrm>
            <a:off x="3321928"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3" name="Google Shape;163;p11"/>
          <p:cNvSpPr txBox="1"/>
          <p:nvPr>
            <p:ph idx="24" type="body"/>
          </p:nvPr>
        </p:nvSpPr>
        <p:spPr>
          <a:xfrm>
            <a:off x="6417703"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4" name="Google Shape;164;p11"/>
          <p:cNvSpPr txBox="1"/>
          <p:nvPr>
            <p:ph idx="25" type="body"/>
          </p:nvPr>
        </p:nvSpPr>
        <p:spPr>
          <a:xfrm>
            <a:off x="226150" y="15113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5" name="Google Shape;165;p11"/>
          <p:cNvSpPr txBox="1"/>
          <p:nvPr>
            <p:ph idx="26" type="body"/>
          </p:nvPr>
        </p:nvSpPr>
        <p:spPr>
          <a:xfrm>
            <a:off x="3321928"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6" name="Google Shape;166;p11"/>
          <p:cNvSpPr txBox="1"/>
          <p:nvPr>
            <p:ph idx="27" type="body"/>
          </p:nvPr>
        </p:nvSpPr>
        <p:spPr>
          <a:xfrm>
            <a:off x="6417703"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image ">
  <p:cSld name="CUSTOM_7_1_1_1_1_1_1_1_1_1_1_1_1_1_1_1_1_5_1">
    <p:spTree>
      <p:nvGrpSpPr>
        <p:cNvPr id="167" name="Shape 167"/>
        <p:cNvGrpSpPr/>
        <p:nvPr/>
      </p:nvGrpSpPr>
      <p:grpSpPr>
        <a:xfrm>
          <a:off x="0" y="0"/>
          <a:ext cx="0" cy="0"/>
          <a:chOff x="0" y="0"/>
          <a:chExt cx="0" cy="0"/>
        </a:xfrm>
      </p:grpSpPr>
      <p:sp>
        <p:nvSpPr>
          <p:cNvPr id="168" name="Google Shape;168;p12"/>
          <p:cNvSpPr txBox="1"/>
          <p:nvPr>
            <p:ph type="title"/>
          </p:nvPr>
        </p:nvSpPr>
        <p:spPr>
          <a:xfrm>
            <a:off x="20057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69" name="Google Shape;169;p12"/>
          <p:cNvSpPr txBox="1"/>
          <p:nvPr>
            <p:ph idx="2" type="title"/>
          </p:nvPr>
        </p:nvSpPr>
        <p:spPr>
          <a:xfrm>
            <a:off x="37832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0" name="Google Shape;170;p12"/>
          <p:cNvSpPr txBox="1"/>
          <p:nvPr>
            <p:ph idx="3" type="title"/>
          </p:nvPr>
        </p:nvSpPr>
        <p:spPr>
          <a:xfrm>
            <a:off x="55605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1" name="Google Shape;171;p12"/>
          <p:cNvSpPr txBox="1"/>
          <p:nvPr>
            <p:ph idx="4" type="title"/>
          </p:nvPr>
        </p:nvSpPr>
        <p:spPr>
          <a:xfrm>
            <a:off x="73377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2" name="Google Shape;172;p12"/>
          <p:cNvSpPr txBox="1"/>
          <p:nvPr>
            <p:ph idx="5"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3" name="Google Shape;173;p12"/>
          <p:cNvSpPr txBox="1"/>
          <p:nvPr>
            <p:ph idx="6" type="title"/>
          </p:nvPr>
        </p:nvSpPr>
        <p:spPr>
          <a:xfrm>
            <a:off x="22725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4" name="Google Shape;174;p12"/>
          <p:cNvSpPr txBox="1"/>
          <p:nvPr>
            <p:ph idx="7" type="title"/>
          </p:nvPr>
        </p:nvSpPr>
        <p:spPr>
          <a:xfrm>
            <a:off x="20045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5" name="Google Shape;175;p12"/>
          <p:cNvSpPr txBox="1"/>
          <p:nvPr>
            <p:ph idx="8" type="title"/>
          </p:nvPr>
        </p:nvSpPr>
        <p:spPr>
          <a:xfrm>
            <a:off x="37819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6" name="Google Shape;176;p12"/>
          <p:cNvSpPr txBox="1"/>
          <p:nvPr>
            <p:ph idx="9" type="title"/>
          </p:nvPr>
        </p:nvSpPr>
        <p:spPr>
          <a:xfrm>
            <a:off x="555930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7" name="Google Shape;177;p12"/>
          <p:cNvSpPr txBox="1"/>
          <p:nvPr>
            <p:ph idx="13" type="title"/>
          </p:nvPr>
        </p:nvSpPr>
        <p:spPr>
          <a:xfrm>
            <a:off x="73374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8" name="Google Shape;178;p12"/>
          <p:cNvSpPr txBox="1"/>
          <p:nvPr>
            <p:ph idx="14" type="title"/>
          </p:nvPr>
        </p:nvSpPr>
        <p:spPr>
          <a:xfrm>
            <a:off x="22642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9" name="Google Shape;179;p12"/>
          <p:cNvSpPr txBox="1"/>
          <p:nvPr>
            <p:ph idx="15" type="title"/>
          </p:nvPr>
        </p:nvSpPr>
        <p:spPr>
          <a:xfrm>
            <a:off x="20037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0" name="Google Shape;180;p12"/>
          <p:cNvSpPr txBox="1"/>
          <p:nvPr>
            <p:ph idx="16" type="title"/>
          </p:nvPr>
        </p:nvSpPr>
        <p:spPr>
          <a:xfrm>
            <a:off x="37811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1" name="Google Shape;181;p12"/>
          <p:cNvSpPr txBox="1"/>
          <p:nvPr>
            <p:ph idx="17" type="title"/>
          </p:nvPr>
        </p:nvSpPr>
        <p:spPr>
          <a:xfrm>
            <a:off x="555847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2" name="Google Shape;182;p12"/>
          <p:cNvSpPr txBox="1"/>
          <p:nvPr>
            <p:ph idx="18" type="title"/>
          </p:nvPr>
        </p:nvSpPr>
        <p:spPr>
          <a:xfrm>
            <a:off x="73366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3" name="Google Shape;183;p12"/>
          <p:cNvSpPr txBox="1"/>
          <p:nvPr>
            <p:ph idx="19"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4" name="Google Shape;184;p12"/>
          <p:cNvSpPr txBox="1"/>
          <p:nvPr>
            <p:ph idx="20" type="title"/>
          </p:nvPr>
        </p:nvSpPr>
        <p:spPr>
          <a:xfrm>
            <a:off x="23650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5" name="Google Shape;185;p12"/>
          <p:cNvSpPr txBox="1"/>
          <p:nvPr>
            <p:ph idx="21" type="title"/>
          </p:nvPr>
        </p:nvSpPr>
        <p:spPr>
          <a:xfrm>
            <a:off x="41427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6" name="Google Shape;186;p12"/>
          <p:cNvSpPr txBox="1"/>
          <p:nvPr>
            <p:ph idx="22" type="title"/>
          </p:nvPr>
        </p:nvSpPr>
        <p:spPr>
          <a:xfrm>
            <a:off x="5921000"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7" name="Google Shape;187;p12"/>
          <p:cNvSpPr txBox="1"/>
          <p:nvPr>
            <p:ph idx="23" type="title"/>
          </p:nvPr>
        </p:nvSpPr>
        <p:spPr>
          <a:xfrm>
            <a:off x="769921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8" name="Google Shape;188;p1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89" name="Google Shape;189;p12"/>
          <p:cNvSpPr/>
          <p:nvPr>
            <p:ph idx="24" type="pic"/>
          </p:nvPr>
        </p:nvSpPr>
        <p:spPr>
          <a:xfrm>
            <a:off x="229025" y="3718641"/>
            <a:ext cx="1580400" cy="1249200"/>
          </a:xfrm>
          <a:prstGeom prst="roundRect">
            <a:avLst>
              <a:gd fmla="val 10359" name="adj"/>
            </a:avLst>
          </a:prstGeom>
          <a:noFill/>
          <a:ln>
            <a:noFill/>
          </a:ln>
        </p:spPr>
      </p:sp>
      <p:sp>
        <p:nvSpPr>
          <p:cNvPr id="190" name="Google Shape;190;p12"/>
          <p:cNvSpPr/>
          <p:nvPr>
            <p:ph idx="25" type="pic"/>
          </p:nvPr>
        </p:nvSpPr>
        <p:spPr>
          <a:xfrm>
            <a:off x="2005675" y="3718641"/>
            <a:ext cx="1580400" cy="1249200"/>
          </a:xfrm>
          <a:prstGeom prst="roundRect">
            <a:avLst>
              <a:gd fmla="val 10359" name="adj"/>
            </a:avLst>
          </a:prstGeom>
          <a:noFill/>
          <a:ln>
            <a:noFill/>
          </a:ln>
        </p:spPr>
      </p:sp>
      <p:sp>
        <p:nvSpPr>
          <p:cNvPr id="191" name="Google Shape;191;p12"/>
          <p:cNvSpPr/>
          <p:nvPr>
            <p:ph idx="26" type="pic"/>
          </p:nvPr>
        </p:nvSpPr>
        <p:spPr>
          <a:xfrm>
            <a:off x="3784263" y="3718641"/>
            <a:ext cx="1580400" cy="1249200"/>
          </a:xfrm>
          <a:prstGeom prst="roundRect">
            <a:avLst>
              <a:gd fmla="val 10359" name="adj"/>
            </a:avLst>
          </a:prstGeom>
          <a:noFill/>
          <a:ln>
            <a:noFill/>
          </a:ln>
        </p:spPr>
      </p:sp>
      <p:sp>
        <p:nvSpPr>
          <p:cNvPr id="192" name="Google Shape;192;p12"/>
          <p:cNvSpPr/>
          <p:nvPr>
            <p:ph idx="27" type="pic"/>
          </p:nvPr>
        </p:nvSpPr>
        <p:spPr>
          <a:xfrm>
            <a:off x="5560913" y="3718641"/>
            <a:ext cx="1580400" cy="1249200"/>
          </a:xfrm>
          <a:prstGeom prst="roundRect">
            <a:avLst>
              <a:gd fmla="val 10359" name="adj"/>
            </a:avLst>
          </a:prstGeom>
          <a:noFill/>
          <a:ln>
            <a:noFill/>
          </a:ln>
        </p:spPr>
      </p:sp>
      <p:sp>
        <p:nvSpPr>
          <p:cNvPr id="193" name="Google Shape;193;p12"/>
          <p:cNvSpPr/>
          <p:nvPr>
            <p:ph idx="28" type="pic"/>
          </p:nvPr>
        </p:nvSpPr>
        <p:spPr>
          <a:xfrm>
            <a:off x="7337563" y="3718641"/>
            <a:ext cx="1580400" cy="1249200"/>
          </a:xfrm>
          <a:prstGeom prst="roundRect">
            <a:avLst>
              <a:gd fmla="val 10359" name="adj"/>
            </a:avLst>
          </a:prstGeom>
          <a:noFill/>
          <a:ln>
            <a:noFill/>
          </a:ln>
        </p:spPr>
      </p:sp>
      <p:sp>
        <p:nvSpPr>
          <p:cNvPr id="194" name="Google Shape;194;p12"/>
          <p:cNvSpPr txBox="1"/>
          <p:nvPr>
            <p:ph idx="29" type="body"/>
          </p:nvPr>
        </p:nvSpPr>
        <p:spPr>
          <a:xfrm>
            <a:off x="7337076"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5" name="Google Shape;195;p12"/>
          <p:cNvSpPr txBox="1"/>
          <p:nvPr>
            <p:ph idx="30" type="body"/>
          </p:nvPr>
        </p:nvSpPr>
        <p:spPr>
          <a:xfrm>
            <a:off x="55596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12"/>
          <p:cNvSpPr txBox="1"/>
          <p:nvPr>
            <p:ph idx="31" type="body"/>
          </p:nvPr>
        </p:nvSpPr>
        <p:spPr>
          <a:xfrm>
            <a:off x="37821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7" name="Google Shape;197;p12"/>
          <p:cNvSpPr txBox="1"/>
          <p:nvPr>
            <p:ph idx="32" type="body"/>
          </p:nvPr>
        </p:nvSpPr>
        <p:spPr>
          <a:xfrm>
            <a:off x="2005163"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12"/>
          <p:cNvSpPr txBox="1"/>
          <p:nvPr>
            <p:ph idx="33" type="body"/>
          </p:nvPr>
        </p:nvSpPr>
        <p:spPr>
          <a:xfrm>
            <a:off x="22673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9" name="Google Shape;199;p12"/>
          <p:cNvSpPr txBox="1"/>
          <p:nvPr>
            <p:ph idx="34" type="body"/>
          </p:nvPr>
        </p:nvSpPr>
        <p:spPr>
          <a:xfrm>
            <a:off x="733944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0" name="Google Shape;200;p12"/>
          <p:cNvSpPr txBox="1"/>
          <p:nvPr>
            <p:ph idx="35" type="body"/>
          </p:nvPr>
        </p:nvSpPr>
        <p:spPr>
          <a:xfrm>
            <a:off x="556205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1" name="Google Shape;201;p12"/>
          <p:cNvSpPr txBox="1"/>
          <p:nvPr>
            <p:ph idx="36" type="body"/>
          </p:nvPr>
        </p:nvSpPr>
        <p:spPr>
          <a:xfrm>
            <a:off x="3784555"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2" name="Google Shape;202;p12"/>
          <p:cNvSpPr txBox="1"/>
          <p:nvPr>
            <p:ph idx="37" type="body"/>
          </p:nvPr>
        </p:nvSpPr>
        <p:spPr>
          <a:xfrm>
            <a:off x="200752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3" name="Google Shape;203;p12"/>
          <p:cNvSpPr txBox="1"/>
          <p:nvPr>
            <p:ph idx="38" type="body"/>
          </p:nvPr>
        </p:nvSpPr>
        <p:spPr>
          <a:xfrm>
            <a:off x="229100"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p:cSld name="CUSTOM_1_1_1">
    <p:spTree>
      <p:nvGrpSpPr>
        <p:cNvPr id="204" name="Shape 204"/>
        <p:cNvGrpSpPr/>
        <p:nvPr/>
      </p:nvGrpSpPr>
      <p:grpSpPr>
        <a:xfrm>
          <a:off x="0" y="0"/>
          <a:ext cx="0" cy="0"/>
          <a:chOff x="0" y="0"/>
          <a:chExt cx="0" cy="0"/>
        </a:xfrm>
      </p:grpSpPr>
      <p:sp>
        <p:nvSpPr>
          <p:cNvPr id="205" name="Google Shape;205;p13"/>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06" name="Google Shape;206;p13"/>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7" name="Google Shape;207;p13"/>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8" name="Google Shape;208;p13"/>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9" name="Google Shape;209;p13"/>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10" name="Google Shape;210;p13"/>
          <p:cNvSpPr txBox="1"/>
          <p:nvPr>
            <p:ph idx="5"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 name="Google Shape;211;p13"/>
          <p:cNvSpPr txBox="1"/>
          <p:nvPr>
            <p:ph idx="1"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13"/>
          <p:cNvSpPr txBox="1"/>
          <p:nvPr>
            <p:ph idx="6"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13"/>
          <p:cNvSpPr txBox="1"/>
          <p:nvPr>
            <p:ph idx="7"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13"/>
          <p:cNvSpPr txBox="1"/>
          <p:nvPr>
            <p:ph idx="8"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13"/>
          <p:cNvSpPr txBox="1"/>
          <p:nvPr>
            <p:ph idx="9" type="subTitle"/>
          </p:nvPr>
        </p:nvSpPr>
        <p:spPr>
          <a:xfrm>
            <a:off x="337750" y="420722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6" name="Google Shape;216;p13"/>
          <p:cNvSpPr txBox="1"/>
          <p:nvPr>
            <p:ph idx="13" type="subTitle"/>
          </p:nvPr>
        </p:nvSpPr>
        <p:spPr>
          <a:xfrm>
            <a:off x="337750" y="37373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7" name="Google Shape;217;p13"/>
          <p:cNvSpPr txBox="1"/>
          <p:nvPr>
            <p:ph idx="14" type="subTitle"/>
          </p:nvPr>
        </p:nvSpPr>
        <p:spPr>
          <a:xfrm>
            <a:off x="337750" y="32477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8" name="Google Shape;218;p13"/>
          <p:cNvSpPr txBox="1"/>
          <p:nvPr>
            <p:ph idx="15" type="subTitle"/>
          </p:nvPr>
        </p:nvSpPr>
        <p:spPr>
          <a:xfrm>
            <a:off x="337750" y="27581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9" name="Google Shape;219;p13"/>
          <p:cNvSpPr txBox="1"/>
          <p:nvPr>
            <p:ph idx="16" type="subTitle"/>
          </p:nvPr>
        </p:nvSpPr>
        <p:spPr>
          <a:xfrm>
            <a:off x="337750" y="22685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20" name="Google Shape;220;p13"/>
          <p:cNvSpPr txBox="1"/>
          <p:nvPr>
            <p:ph idx="17"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13"/>
          <p:cNvSpPr txBox="1"/>
          <p:nvPr>
            <p:ph idx="18"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2" name="Google Shape;222;p13"/>
          <p:cNvSpPr txBox="1"/>
          <p:nvPr>
            <p:ph idx="19"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3" name="Google Shape;223;p13"/>
          <p:cNvSpPr txBox="1"/>
          <p:nvPr>
            <p:ph idx="20"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4" name="Google Shape;224;p13"/>
          <p:cNvSpPr txBox="1"/>
          <p:nvPr>
            <p:ph idx="21"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5" name="Google Shape;225;p13"/>
          <p:cNvSpPr txBox="1"/>
          <p:nvPr>
            <p:ph idx="22"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6" name="Google Shape;226;p13"/>
          <p:cNvSpPr txBox="1"/>
          <p:nvPr>
            <p:ph idx="2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7" name="Google Shape;227;p13"/>
          <p:cNvSpPr txBox="1"/>
          <p:nvPr>
            <p:ph idx="2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8" name="Google Shape;228;p13"/>
          <p:cNvSpPr txBox="1"/>
          <p:nvPr>
            <p:ph idx="2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9" name="Google Shape;229;p13"/>
          <p:cNvSpPr txBox="1"/>
          <p:nvPr>
            <p:ph idx="2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0" name="Google Shape;230;p13"/>
          <p:cNvSpPr txBox="1"/>
          <p:nvPr>
            <p:ph idx="2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1" name="Google Shape;231;p13"/>
          <p:cNvSpPr txBox="1"/>
          <p:nvPr>
            <p:ph idx="2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2" name="Google Shape;232;p13"/>
          <p:cNvSpPr txBox="1"/>
          <p:nvPr>
            <p:ph idx="2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3" name="Google Shape;233;p13"/>
          <p:cNvSpPr txBox="1"/>
          <p:nvPr>
            <p:ph idx="3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4" name="Google Shape;234;p13"/>
          <p:cNvSpPr txBox="1"/>
          <p:nvPr>
            <p:ph idx="3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5" name="Google Shape;235;p13"/>
          <p:cNvSpPr txBox="1"/>
          <p:nvPr>
            <p:ph idx="3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6" name="Google Shape;236;p13"/>
          <p:cNvSpPr txBox="1"/>
          <p:nvPr>
            <p:ph idx="3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7" name="Google Shape;237;p13"/>
          <p:cNvSpPr txBox="1"/>
          <p:nvPr>
            <p:ph idx="3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8" name="Google Shape;238;p13"/>
          <p:cNvSpPr txBox="1"/>
          <p:nvPr>
            <p:ph idx="3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9" name="Google Shape;239;p13"/>
          <p:cNvSpPr txBox="1"/>
          <p:nvPr>
            <p:ph idx="3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3">
    <p:spTree>
      <p:nvGrpSpPr>
        <p:cNvPr id="240" name="Shape 240"/>
        <p:cNvGrpSpPr/>
        <p:nvPr/>
      </p:nvGrpSpPr>
      <p:grpSpPr>
        <a:xfrm>
          <a:off x="0" y="0"/>
          <a:ext cx="0" cy="0"/>
          <a:chOff x="0" y="0"/>
          <a:chExt cx="0" cy="0"/>
        </a:xfrm>
      </p:grpSpPr>
      <p:sp>
        <p:nvSpPr>
          <p:cNvPr id="241" name="Google Shape;241;p14"/>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42" name="Google Shape;242;p14"/>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3" name="Google Shape;243;p14"/>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4" name="Google Shape;244;p14"/>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5" name="Google Shape;245;p14"/>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6" name="Google Shape;246;p14"/>
          <p:cNvSpPr txBox="1"/>
          <p:nvPr>
            <p:ph idx="1"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7" name="Google Shape;247;p14"/>
          <p:cNvSpPr txBox="1"/>
          <p:nvPr>
            <p:ph idx="5"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8" name="Google Shape;248;p14"/>
          <p:cNvSpPr txBox="1"/>
          <p:nvPr>
            <p:ph idx="6"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9" name="Google Shape;249;p14"/>
          <p:cNvSpPr txBox="1"/>
          <p:nvPr>
            <p:ph idx="7"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0" name="Google Shape;250;p14"/>
          <p:cNvSpPr txBox="1"/>
          <p:nvPr>
            <p:ph idx="8"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1" name="Google Shape;251;p14"/>
          <p:cNvSpPr txBox="1"/>
          <p:nvPr>
            <p:ph idx="9"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2" name="Google Shape;252;p14"/>
          <p:cNvSpPr txBox="1"/>
          <p:nvPr>
            <p:ph idx="1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3" name="Google Shape;253;p14"/>
          <p:cNvSpPr txBox="1"/>
          <p:nvPr>
            <p:ph idx="1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4" name="Google Shape;254;p14"/>
          <p:cNvSpPr txBox="1"/>
          <p:nvPr>
            <p:ph idx="1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5" name="Google Shape;255;p14"/>
          <p:cNvSpPr txBox="1"/>
          <p:nvPr>
            <p:ph idx="1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6" name="Google Shape;256;p14"/>
          <p:cNvSpPr txBox="1"/>
          <p:nvPr>
            <p:ph idx="1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7" name="Google Shape;257;p14"/>
          <p:cNvSpPr txBox="1"/>
          <p:nvPr>
            <p:ph idx="1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8" name="Google Shape;258;p14"/>
          <p:cNvSpPr txBox="1"/>
          <p:nvPr>
            <p:ph idx="1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9" name="Google Shape;259;p14"/>
          <p:cNvSpPr txBox="1"/>
          <p:nvPr>
            <p:ph idx="2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0" name="Google Shape;260;p14"/>
          <p:cNvSpPr txBox="1"/>
          <p:nvPr>
            <p:ph idx="2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1" name="Google Shape;261;p14"/>
          <p:cNvSpPr txBox="1"/>
          <p:nvPr>
            <p:ph idx="2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14"/>
          <p:cNvSpPr txBox="1"/>
          <p:nvPr>
            <p:ph idx="2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3" name="Google Shape;263;p14"/>
          <p:cNvSpPr txBox="1"/>
          <p:nvPr>
            <p:ph idx="2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14"/>
          <p:cNvSpPr txBox="1"/>
          <p:nvPr>
            <p:ph idx="2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5" name="Google Shape;265;p14"/>
          <p:cNvSpPr txBox="1"/>
          <p:nvPr>
            <p:ph idx="2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14"/>
          <p:cNvSpPr txBox="1"/>
          <p:nvPr>
            <p:ph idx="27"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14"/>
          <p:cNvSpPr txBox="1"/>
          <p:nvPr>
            <p:ph idx="28" type="subTitle"/>
          </p:nvPr>
        </p:nvSpPr>
        <p:spPr>
          <a:xfrm>
            <a:off x="337750" y="420722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8" name="Google Shape;268;p14"/>
          <p:cNvSpPr txBox="1"/>
          <p:nvPr>
            <p:ph idx="29" type="subTitle"/>
          </p:nvPr>
        </p:nvSpPr>
        <p:spPr>
          <a:xfrm>
            <a:off x="337750" y="37373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9" name="Google Shape;269;p14"/>
          <p:cNvSpPr txBox="1"/>
          <p:nvPr>
            <p:ph idx="30" type="subTitle"/>
          </p:nvPr>
        </p:nvSpPr>
        <p:spPr>
          <a:xfrm>
            <a:off x="337750" y="32477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0" name="Google Shape;270;p14"/>
          <p:cNvSpPr txBox="1"/>
          <p:nvPr>
            <p:ph idx="31" type="subTitle"/>
          </p:nvPr>
        </p:nvSpPr>
        <p:spPr>
          <a:xfrm>
            <a:off x="337750" y="27581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1" name="Google Shape;271;p14"/>
          <p:cNvSpPr txBox="1"/>
          <p:nvPr>
            <p:ph idx="32" type="subTitle"/>
          </p:nvPr>
        </p:nvSpPr>
        <p:spPr>
          <a:xfrm>
            <a:off x="337750" y="22685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2" name="Google Shape;272;p14"/>
          <p:cNvSpPr txBox="1"/>
          <p:nvPr>
            <p:ph idx="33"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14"/>
          <p:cNvSpPr txBox="1"/>
          <p:nvPr>
            <p:ph idx="34"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14"/>
          <p:cNvSpPr txBox="1"/>
          <p:nvPr>
            <p:ph idx="35"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14"/>
          <p:cNvSpPr txBox="1"/>
          <p:nvPr>
            <p:ph idx="36"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and folder background">
  <p:cSld name="CUSTOM_1_1">
    <p:spTree>
      <p:nvGrpSpPr>
        <p:cNvPr id="276" name="Shape 276"/>
        <p:cNvGrpSpPr/>
        <p:nvPr/>
      </p:nvGrpSpPr>
      <p:grpSpPr>
        <a:xfrm>
          <a:off x="0" y="0"/>
          <a:ext cx="0" cy="0"/>
          <a:chOff x="0" y="0"/>
          <a:chExt cx="0" cy="0"/>
        </a:xfrm>
      </p:grpSpPr>
      <p:sp>
        <p:nvSpPr>
          <p:cNvPr id="277" name="Google Shape;277;p15"/>
          <p:cNvSpPr/>
          <p:nvPr/>
        </p:nvSpPr>
        <p:spPr>
          <a:xfrm>
            <a:off x="-2450" y="486600"/>
            <a:ext cx="9144000" cy="4656900"/>
          </a:xfrm>
          <a:prstGeom prst="roundRect">
            <a:avLst>
              <a:gd fmla="val 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78" name="Google Shape;278;p1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79" name="Google Shape;279;p15"/>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0" name="Google Shape;280;p15"/>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1" name="Google Shape;281;p15"/>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2" name="Google Shape;282;p15"/>
          <p:cNvSpPr txBox="1"/>
          <p:nvPr>
            <p:ph idx="4" type="subTitle"/>
          </p:nvPr>
        </p:nvSpPr>
        <p:spPr>
          <a:xfrm>
            <a:off x="4617888"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cxnSp>
        <p:nvCxnSpPr>
          <p:cNvPr id="283" name="Google Shape;283;p15"/>
          <p:cNvCxnSpPr/>
          <p:nvPr/>
        </p:nvCxnSpPr>
        <p:spPr>
          <a:xfrm rot="10800000">
            <a:off x="5397992"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4" name="Google Shape;284;p15"/>
          <p:cNvCxnSpPr/>
          <p:nvPr/>
        </p:nvCxnSpPr>
        <p:spPr>
          <a:xfrm rot="10800000">
            <a:off x="6114201" y="3025007"/>
            <a:ext cx="0" cy="1576800"/>
          </a:xfrm>
          <a:prstGeom prst="straightConnector1">
            <a:avLst/>
          </a:prstGeom>
          <a:noFill/>
          <a:ln cap="flat" cmpd="sng" w="9525">
            <a:solidFill>
              <a:schemeClr val="dk1"/>
            </a:solidFill>
            <a:prstDash val="dot"/>
            <a:round/>
            <a:headEnd len="sm" w="sm" type="none"/>
            <a:tailEnd len="sm" w="sm" type="none"/>
          </a:ln>
        </p:spPr>
      </p:cxnSp>
      <p:cxnSp>
        <p:nvCxnSpPr>
          <p:cNvPr id="285" name="Google Shape;285;p15"/>
          <p:cNvCxnSpPr/>
          <p:nvPr/>
        </p:nvCxnSpPr>
        <p:spPr>
          <a:xfrm rot="10800000">
            <a:off x="6816098"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6" name="Google Shape;286;p15"/>
          <p:cNvCxnSpPr/>
          <p:nvPr/>
        </p:nvCxnSpPr>
        <p:spPr>
          <a:xfrm rot="10800000">
            <a:off x="7517325"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7" name="Google Shape;287;p15"/>
          <p:cNvCxnSpPr/>
          <p:nvPr/>
        </p:nvCxnSpPr>
        <p:spPr>
          <a:xfrm rot="10800000">
            <a:off x="8218904" y="3025011"/>
            <a:ext cx="0" cy="1576800"/>
          </a:xfrm>
          <a:prstGeom prst="straightConnector1">
            <a:avLst/>
          </a:prstGeom>
          <a:noFill/>
          <a:ln cap="flat" cmpd="sng" w="9525">
            <a:solidFill>
              <a:schemeClr val="dk1"/>
            </a:solidFill>
            <a:prstDash val="dot"/>
            <a:round/>
            <a:headEnd len="sm" w="sm" type="none"/>
            <a:tailEnd len="sm" w="sm" type="none"/>
          </a:ln>
        </p:spPr>
      </p:cxnSp>
      <p:cxnSp>
        <p:nvCxnSpPr>
          <p:cNvPr id="288" name="Google Shape;288;p15"/>
          <p:cNvCxnSpPr/>
          <p:nvPr/>
        </p:nvCxnSpPr>
        <p:spPr>
          <a:xfrm rot="10800000">
            <a:off x="5043384" y="4397242"/>
            <a:ext cx="3684900" cy="0"/>
          </a:xfrm>
          <a:prstGeom prst="straightConnector1">
            <a:avLst/>
          </a:prstGeom>
          <a:noFill/>
          <a:ln cap="flat" cmpd="sng" w="9525">
            <a:solidFill>
              <a:schemeClr val="dk1"/>
            </a:solidFill>
            <a:prstDash val="dot"/>
            <a:round/>
            <a:headEnd len="sm" w="sm" type="none"/>
            <a:tailEnd len="sm" w="sm" type="none"/>
          </a:ln>
        </p:spPr>
      </p:cxnSp>
      <p:cxnSp>
        <p:nvCxnSpPr>
          <p:cNvPr id="289" name="Google Shape;289;p15"/>
          <p:cNvCxnSpPr/>
          <p:nvPr/>
        </p:nvCxnSpPr>
        <p:spPr>
          <a:xfrm rot="10800000">
            <a:off x="5043384" y="4106948"/>
            <a:ext cx="3684900" cy="0"/>
          </a:xfrm>
          <a:prstGeom prst="straightConnector1">
            <a:avLst/>
          </a:prstGeom>
          <a:noFill/>
          <a:ln cap="flat" cmpd="sng" w="9525">
            <a:solidFill>
              <a:schemeClr val="dk1"/>
            </a:solidFill>
            <a:prstDash val="dot"/>
            <a:round/>
            <a:headEnd len="sm" w="sm" type="none"/>
            <a:tailEnd len="sm" w="sm" type="none"/>
          </a:ln>
        </p:spPr>
      </p:cxnSp>
      <p:cxnSp>
        <p:nvCxnSpPr>
          <p:cNvPr id="290" name="Google Shape;290;p15"/>
          <p:cNvCxnSpPr/>
          <p:nvPr/>
        </p:nvCxnSpPr>
        <p:spPr>
          <a:xfrm rot="10800000">
            <a:off x="5043384" y="3813733"/>
            <a:ext cx="3684900" cy="0"/>
          </a:xfrm>
          <a:prstGeom prst="straightConnector1">
            <a:avLst/>
          </a:prstGeom>
          <a:noFill/>
          <a:ln cap="flat" cmpd="sng" w="9525">
            <a:solidFill>
              <a:schemeClr val="dk1"/>
            </a:solidFill>
            <a:prstDash val="dot"/>
            <a:round/>
            <a:headEnd len="sm" w="sm" type="none"/>
            <a:tailEnd len="sm" w="sm" type="none"/>
          </a:ln>
        </p:spPr>
      </p:cxnSp>
      <p:cxnSp>
        <p:nvCxnSpPr>
          <p:cNvPr id="291" name="Google Shape;291;p15"/>
          <p:cNvCxnSpPr/>
          <p:nvPr/>
        </p:nvCxnSpPr>
        <p:spPr>
          <a:xfrm rot="10800000">
            <a:off x="5043384" y="3521491"/>
            <a:ext cx="3684900" cy="0"/>
          </a:xfrm>
          <a:prstGeom prst="straightConnector1">
            <a:avLst/>
          </a:prstGeom>
          <a:noFill/>
          <a:ln cap="flat" cmpd="sng" w="9525">
            <a:solidFill>
              <a:schemeClr val="dk1"/>
            </a:solidFill>
            <a:prstDash val="dot"/>
            <a:round/>
            <a:headEnd len="sm" w="sm" type="none"/>
            <a:tailEnd len="sm" w="sm" type="none"/>
          </a:ln>
        </p:spPr>
      </p:cxnSp>
      <p:cxnSp>
        <p:nvCxnSpPr>
          <p:cNvPr id="292" name="Google Shape;292;p15"/>
          <p:cNvCxnSpPr/>
          <p:nvPr/>
        </p:nvCxnSpPr>
        <p:spPr>
          <a:xfrm rot="10800000">
            <a:off x="5043384" y="3228574"/>
            <a:ext cx="3684900" cy="0"/>
          </a:xfrm>
          <a:prstGeom prst="straightConnector1">
            <a:avLst/>
          </a:prstGeom>
          <a:noFill/>
          <a:ln cap="flat" cmpd="sng" w="9525">
            <a:solidFill>
              <a:schemeClr val="dk1"/>
            </a:solidFill>
            <a:prstDash val="dot"/>
            <a:round/>
            <a:headEnd len="sm" w="sm" type="none"/>
            <a:tailEnd len="sm" w="sm" type="none"/>
          </a:ln>
        </p:spPr>
      </p:cxnSp>
      <p:cxnSp>
        <p:nvCxnSpPr>
          <p:cNvPr id="293" name="Google Shape;293;p15"/>
          <p:cNvCxnSpPr/>
          <p:nvPr/>
        </p:nvCxnSpPr>
        <p:spPr>
          <a:xfrm rot="10800000">
            <a:off x="5043640" y="4602364"/>
            <a:ext cx="3684900" cy="0"/>
          </a:xfrm>
          <a:prstGeom prst="straightConnector1">
            <a:avLst/>
          </a:prstGeom>
          <a:noFill/>
          <a:ln cap="flat" cmpd="sng" w="9525">
            <a:solidFill>
              <a:schemeClr val="dk1"/>
            </a:solidFill>
            <a:prstDash val="solid"/>
            <a:round/>
            <a:headEnd len="sm" w="sm" type="none"/>
            <a:tailEnd len="sm" w="sm" type="none"/>
          </a:ln>
        </p:spPr>
      </p:cxnSp>
      <p:cxnSp>
        <p:nvCxnSpPr>
          <p:cNvPr id="294" name="Google Shape;294;p15"/>
          <p:cNvCxnSpPr/>
          <p:nvPr/>
        </p:nvCxnSpPr>
        <p:spPr>
          <a:xfrm rot="10800000">
            <a:off x="5043455" y="3022856"/>
            <a:ext cx="0" cy="1582200"/>
          </a:xfrm>
          <a:prstGeom prst="straightConnector1">
            <a:avLst/>
          </a:prstGeom>
          <a:noFill/>
          <a:ln cap="flat" cmpd="sng" w="9525">
            <a:solidFill>
              <a:schemeClr val="dk1"/>
            </a:solidFill>
            <a:prstDash val="solid"/>
            <a:round/>
            <a:headEnd len="sm" w="sm" type="none"/>
            <a:tailEnd len="sm" w="sm" type="none"/>
          </a:ln>
        </p:spPr>
      </p:cxnSp>
      <p:sp>
        <p:nvSpPr>
          <p:cNvPr id="295" name="Google Shape;295;p15"/>
          <p:cNvSpPr txBox="1"/>
          <p:nvPr>
            <p:ph idx="5" type="subTitle"/>
          </p:nvPr>
        </p:nvSpPr>
        <p:spPr>
          <a:xfrm>
            <a:off x="392000"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6" name="Google Shape;296;p15"/>
          <p:cNvSpPr txBox="1"/>
          <p:nvPr>
            <p:ph idx="6" type="subTitle"/>
          </p:nvPr>
        </p:nvSpPr>
        <p:spPr>
          <a:xfrm>
            <a:off x="1390838"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7" name="Google Shape;297;p15"/>
          <p:cNvSpPr txBox="1"/>
          <p:nvPr>
            <p:ph idx="7" type="subTitle"/>
          </p:nvPr>
        </p:nvSpPr>
        <p:spPr>
          <a:xfrm>
            <a:off x="2389500" y="4602800"/>
            <a:ext cx="903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8" name="Google Shape;298;p15"/>
          <p:cNvSpPr txBox="1"/>
          <p:nvPr>
            <p:ph idx="8" type="subTitle"/>
          </p:nvPr>
        </p:nvSpPr>
        <p:spPr>
          <a:xfrm>
            <a:off x="3388150" y="4601800"/>
            <a:ext cx="9603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9" name="Google Shape;299;p15"/>
          <p:cNvSpPr txBox="1"/>
          <p:nvPr>
            <p:ph idx="9" type="subTitle"/>
          </p:nvPr>
        </p:nvSpPr>
        <p:spPr>
          <a:xfrm>
            <a:off x="392025" y="4022425"/>
            <a:ext cx="9165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0" name="Google Shape;300;p15"/>
          <p:cNvSpPr txBox="1"/>
          <p:nvPr>
            <p:ph idx="13" type="subTitle"/>
          </p:nvPr>
        </p:nvSpPr>
        <p:spPr>
          <a:xfrm>
            <a:off x="139105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1" name="Google Shape;301;p15"/>
          <p:cNvSpPr txBox="1"/>
          <p:nvPr>
            <p:ph idx="14" type="subTitle"/>
          </p:nvPr>
        </p:nvSpPr>
        <p:spPr>
          <a:xfrm>
            <a:off x="239020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2" name="Google Shape;302;p15"/>
          <p:cNvSpPr txBox="1"/>
          <p:nvPr>
            <p:ph idx="15" type="subTitle"/>
          </p:nvPr>
        </p:nvSpPr>
        <p:spPr>
          <a:xfrm>
            <a:off x="3394525" y="4022425"/>
            <a:ext cx="9540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15"/>
          <p:cNvSpPr txBox="1"/>
          <p:nvPr>
            <p:ph idx="16" type="subTitle"/>
          </p:nvPr>
        </p:nvSpPr>
        <p:spPr>
          <a:xfrm>
            <a:off x="227625"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sp>
        <p:nvSpPr>
          <p:cNvPr id="304" name="Google Shape;304;p15"/>
          <p:cNvSpPr txBox="1"/>
          <p:nvPr>
            <p:ph idx="17" type="subTitle"/>
          </p:nvPr>
        </p:nvSpPr>
        <p:spPr>
          <a:xfrm>
            <a:off x="5401957"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5" name="Google Shape;305;p15"/>
          <p:cNvSpPr txBox="1"/>
          <p:nvPr>
            <p:ph idx="18" type="subTitle"/>
          </p:nvPr>
        </p:nvSpPr>
        <p:spPr>
          <a:xfrm>
            <a:off x="610413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6" name="Google Shape;306;p15"/>
          <p:cNvSpPr txBox="1"/>
          <p:nvPr>
            <p:ph idx="19" type="subTitle"/>
          </p:nvPr>
        </p:nvSpPr>
        <p:spPr>
          <a:xfrm>
            <a:off x="6811663"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15"/>
          <p:cNvSpPr txBox="1"/>
          <p:nvPr>
            <p:ph idx="20" type="subTitle"/>
          </p:nvPr>
        </p:nvSpPr>
        <p:spPr>
          <a:xfrm>
            <a:off x="822018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8" name="Google Shape;308;p15"/>
          <p:cNvSpPr txBox="1"/>
          <p:nvPr>
            <p:ph idx="21" type="subTitle"/>
          </p:nvPr>
        </p:nvSpPr>
        <p:spPr>
          <a:xfrm>
            <a:off x="7516525"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9" name="Google Shape;309;p15"/>
          <p:cNvSpPr txBox="1"/>
          <p:nvPr>
            <p:ph idx="22" type="subTitle"/>
          </p:nvPr>
        </p:nvSpPr>
        <p:spPr>
          <a:xfrm>
            <a:off x="4695907" y="40593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0" name="Google Shape;310;p15"/>
          <p:cNvSpPr txBox="1"/>
          <p:nvPr>
            <p:ph idx="23" type="subTitle"/>
          </p:nvPr>
        </p:nvSpPr>
        <p:spPr>
          <a:xfrm>
            <a:off x="4695907" y="43588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15"/>
          <p:cNvSpPr txBox="1"/>
          <p:nvPr>
            <p:ph idx="24" type="subTitle"/>
          </p:nvPr>
        </p:nvSpPr>
        <p:spPr>
          <a:xfrm>
            <a:off x="4695907" y="347470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2" name="Google Shape;312;p15"/>
          <p:cNvSpPr txBox="1"/>
          <p:nvPr>
            <p:ph idx="25" type="subTitle"/>
          </p:nvPr>
        </p:nvSpPr>
        <p:spPr>
          <a:xfrm>
            <a:off x="4695907" y="37778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3" name="Google Shape;313;p15"/>
          <p:cNvSpPr txBox="1"/>
          <p:nvPr>
            <p:ph idx="26" type="subTitle"/>
          </p:nvPr>
        </p:nvSpPr>
        <p:spPr>
          <a:xfrm>
            <a:off x="4695907" y="31817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4" name="Google Shape;314;p15"/>
          <p:cNvSpPr txBox="1"/>
          <p:nvPr>
            <p:ph idx="27" type="title"/>
          </p:nvPr>
        </p:nvSpPr>
        <p:spPr>
          <a:xfrm>
            <a:off x="593775" y="707062"/>
            <a:ext cx="7196400" cy="615900"/>
          </a:xfrm>
          <a:prstGeom prst="rect">
            <a:avLst/>
          </a:prstGeom>
        </p:spPr>
        <p:txBody>
          <a:bodyPr anchorCtr="0" anchor="t" bIns="91425"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2">
  <p:cSld name="CUSTOM_7_1_1_1_1_1_1_1_1_1_1_1_1_1_1_1_1_9">
    <p:spTree>
      <p:nvGrpSpPr>
        <p:cNvPr id="315" name="Shape 315"/>
        <p:cNvGrpSpPr/>
        <p:nvPr/>
      </p:nvGrpSpPr>
      <p:grpSpPr>
        <a:xfrm>
          <a:off x="0" y="0"/>
          <a:ext cx="0" cy="0"/>
          <a:chOff x="0" y="0"/>
          <a:chExt cx="0" cy="0"/>
        </a:xfrm>
      </p:grpSpPr>
      <p:sp>
        <p:nvSpPr>
          <p:cNvPr id="316" name="Google Shape;316;p16"/>
          <p:cNvSpPr txBox="1"/>
          <p:nvPr>
            <p:ph type="title"/>
          </p:nvPr>
        </p:nvSpPr>
        <p:spPr>
          <a:xfrm>
            <a:off x="2121700"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7" name="Google Shape;317;p16"/>
          <p:cNvSpPr txBox="1"/>
          <p:nvPr>
            <p:ph idx="2" type="title"/>
          </p:nvPr>
        </p:nvSpPr>
        <p:spPr>
          <a:xfrm>
            <a:off x="38992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8" name="Google Shape;318;p16"/>
          <p:cNvSpPr txBox="1"/>
          <p:nvPr>
            <p:ph idx="3" type="title"/>
          </p:nvPr>
        </p:nvSpPr>
        <p:spPr>
          <a:xfrm>
            <a:off x="56764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9" name="Google Shape;319;p16"/>
          <p:cNvSpPr txBox="1"/>
          <p:nvPr>
            <p:ph idx="4" type="title"/>
          </p:nvPr>
        </p:nvSpPr>
        <p:spPr>
          <a:xfrm>
            <a:off x="74537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0" name="Google Shape;320;p16"/>
          <p:cNvSpPr txBox="1"/>
          <p:nvPr>
            <p:ph idx="5" type="title"/>
          </p:nvPr>
        </p:nvSpPr>
        <p:spPr>
          <a:xfrm>
            <a:off x="3419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1" name="Google Shape;321;p16"/>
          <p:cNvSpPr txBox="1"/>
          <p:nvPr>
            <p:ph idx="6" type="title"/>
          </p:nvPr>
        </p:nvSpPr>
        <p:spPr>
          <a:xfrm>
            <a:off x="218425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2" name="Google Shape;322;p16"/>
          <p:cNvSpPr txBox="1"/>
          <p:nvPr>
            <p:ph idx="7" type="title"/>
          </p:nvPr>
        </p:nvSpPr>
        <p:spPr>
          <a:xfrm>
            <a:off x="3962263"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3" name="Google Shape;323;p16"/>
          <p:cNvSpPr txBox="1"/>
          <p:nvPr>
            <p:ph idx="8" type="title"/>
          </p:nvPr>
        </p:nvSpPr>
        <p:spPr>
          <a:xfrm>
            <a:off x="406525"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4" name="Google Shape;324;p16"/>
          <p:cNvSpPr txBox="1"/>
          <p:nvPr>
            <p:ph idx="9" type="title"/>
          </p:nvPr>
        </p:nvSpPr>
        <p:spPr>
          <a:xfrm>
            <a:off x="572960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5" name="Google Shape;325;p16"/>
          <p:cNvSpPr txBox="1"/>
          <p:nvPr>
            <p:ph idx="13" type="title"/>
          </p:nvPr>
        </p:nvSpPr>
        <p:spPr>
          <a:xfrm>
            <a:off x="7518138"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6" name="Google Shape;326;p16"/>
          <p:cNvSpPr txBox="1"/>
          <p:nvPr>
            <p:ph idx="1" type="body"/>
          </p:nvPr>
        </p:nvSpPr>
        <p:spPr>
          <a:xfrm>
            <a:off x="223881" y="33185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7" name="Google Shape;327;p16"/>
          <p:cNvSpPr txBox="1"/>
          <p:nvPr>
            <p:ph idx="14" type="body"/>
          </p:nvPr>
        </p:nvSpPr>
        <p:spPr>
          <a:xfrm>
            <a:off x="2004019" y="33164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16"/>
          <p:cNvSpPr txBox="1"/>
          <p:nvPr>
            <p:ph idx="15" type="body"/>
          </p:nvPr>
        </p:nvSpPr>
        <p:spPr>
          <a:xfrm>
            <a:off x="3781781" y="33174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16"/>
          <p:cNvSpPr txBox="1"/>
          <p:nvPr>
            <p:ph idx="16" type="body"/>
          </p:nvPr>
        </p:nvSpPr>
        <p:spPr>
          <a:xfrm>
            <a:off x="55599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16"/>
          <p:cNvSpPr txBox="1"/>
          <p:nvPr>
            <p:ph idx="17" type="body"/>
          </p:nvPr>
        </p:nvSpPr>
        <p:spPr>
          <a:xfrm>
            <a:off x="73410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16"/>
          <p:cNvSpPr txBox="1"/>
          <p:nvPr>
            <p:ph idx="18" type="body"/>
          </p:nvPr>
        </p:nvSpPr>
        <p:spPr>
          <a:xfrm>
            <a:off x="2238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16"/>
          <p:cNvSpPr txBox="1"/>
          <p:nvPr>
            <p:ph idx="19" type="body"/>
          </p:nvPr>
        </p:nvSpPr>
        <p:spPr>
          <a:xfrm>
            <a:off x="2004019"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3" name="Google Shape;333;p16"/>
          <p:cNvSpPr txBox="1"/>
          <p:nvPr>
            <p:ph idx="20" type="body"/>
          </p:nvPr>
        </p:nvSpPr>
        <p:spPr>
          <a:xfrm>
            <a:off x="37817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4" name="Google Shape;334;p16"/>
          <p:cNvSpPr txBox="1"/>
          <p:nvPr>
            <p:ph idx="21" type="body"/>
          </p:nvPr>
        </p:nvSpPr>
        <p:spPr>
          <a:xfrm>
            <a:off x="55599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16"/>
          <p:cNvSpPr txBox="1"/>
          <p:nvPr>
            <p:ph idx="22" type="body"/>
          </p:nvPr>
        </p:nvSpPr>
        <p:spPr>
          <a:xfrm>
            <a:off x="73410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6" name="Google Shape;336;p16"/>
          <p:cNvSpPr txBox="1"/>
          <p:nvPr>
            <p:ph idx="23" type="title"/>
          </p:nvPr>
        </p:nvSpPr>
        <p:spPr>
          <a:xfrm>
            <a:off x="3782413" y="19250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7" name="Google Shape;337;p16"/>
          <p:cNvSpPr txBox="1"/>
          <p:nvPr>
            <p:ph idx="24" type="title"/>
          </p:nvPr>
        </p:nvSpPr>
        <p:spPr>
          <a:xfrm>
            <a:off x="2004613" y="19240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8" name="Google Shape;338;p16"/>
          <p:cNvSpPr txBox="1"/>
          <p:nvPr>
            <p:ph idx="25" type="title"/>
          </p:nvPr>
        </p:nvSpPr>
        <p:spPr>
          <a:xfrm>
            <a:off x="227650" y="19261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9" name="Google Shape;339;p16"/>
          <p:cNvSpPr txBox="1"/>
          <p:nvPr>
            <p:ph idx="26" type="title"/>
          </p:nvPr>
        </p:nvSpPr>
        <p:spPr>
          <a:xfrm>
            <a:off x="73408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0" name="Google Shape;340;p16"/>
          <p:cNvSpPr txBox="1"/>
          <p:nvPr>
            <p:ph idx="27" type="title"/>
          </p:nvPr>
        </p:nvSpPr>
        <p:spPr>
          <a:xfrm>
            <a:off x="55593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1" name="Google Shape;341;p16"/>
          <p:cNvSpPr txBox="1"/>
          <p:nvPr>
            <p:ph idx="28"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2" name="Google Shape;342;p16"/>
          <p:cNvSpPr txBox="1"/>
          <p:nvPr>
            <p:ph idx="29" type="body"/>
          </p:nvPr>
        </p:nvSpPr>
        <p:spPr>
          <a:xfrm>
            <a:off x="223881" y="24904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3" name="Google Shape;343;p16"/>
          <p:cNvSpPr txBox="1"/>
          <p:nvPr>
            <p:ph idx="30" type="body"/>
          </p:nvPr>
        </p:nvSpPr>
        <p:spPr>
          <a:xfrm>
            <a:off x="2004019" y="24883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4" name="Google Shape;344;p16"/>
          <p:cNvSpPr txBox="1"/>
          <p:nvPr>
            <p:ph idx="31" type="body"/>
          </p:nvPr>
        </p:nvSpPr>
        <p:spPr>
          <a:xfrm>
            <a:off x="3781781" y="24893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5" name="Google Shape;345;p16"/>
          <p:cNvSpPr txBox="1"/>
          <p:nvPr>
            <p:ph idx="32" type="body"/>
          </p:nvPr>
        </p:nvSpPr>
        <p:spPr>
          <a:xfrm>
            <a:off x="55599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6" name="Google Shape;346;p16"/>
          <p:cNvSpPr txBox="1"/>
          <p:nvPr>
            <p:ph idx="33" type="body"/>
          </p:nvPr>
        </p:nvSpPr>
        <p:spPr>
          <a:xfrm>
            <a:off x="73410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1">
  <p:cSld name="CUSTOM_7_1_1_1_1_1_1_1_1_1_1_1_1_1_1_1_1_7">
    <p:spTree>
      <p:nvGrpSpPr>
        <p:cNvPr id="347" name="Shape 347"/>
        <p:cNvGrpSpPr/>
        <p:nvPr/>
      </p:nvGrpSpPr>
      <p:grpSpPr>
        <a:xfrm>
          <a:off x="0" y="0"/>
          <a:ext cx="0" cy="0"/>
          <a:chOff x="0" y="0"/>
          <a:chExt cx="0" cy="0"/>
        </a:xfrm>
      </p:grpSpPr>
      <p:sp>
        <p:nvSpPr>
          <p:cNvPr id="348" name="Google Shape;348;p1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9" name="Google Shape;349;p17"/>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cxnSp>
        <p:nvCxnSpPr>
          <p:cNvPr id="350" name="Google Shape;350;p17"/>
          <p:cNvCxnSpPr/>
          <p:nvPr/>
        </p:nvCxnSpPr>
        <p:spPr>
          <a:xfrm rot="10800000">
            <a:off x="1721971"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1" name="Google Shape;351;p17"/>
          <p:cNvCxnSpPr/>
          <p:nvPr/>
        </p:nvCxnSpPr>
        <p:spPr>
          <a:xfrm rot="10800000">
            <a:off x="3185875" y="1321065"/>
            <a:ext cx="0" cy="3222900"/>
          </a:xfrm>
          <a:prstGeom prst="straightConnector1">
            <a:avLst/>
          </a:prstGeom>
          <a:noFill/>
          <a:ln cap="flat" cmpd="sng" w="9525">
            <a:solidFill>
              <a:schemeClr val="dk1"/>
            </a:solidFill>
            <a:prstDash val="dot"/>
            <a:round/>
            <a:headEnd len="sm" w="sm" type="none"/>
            <a:tailEnd len="sm" w="sm" type="none"/>
          </a:ln>
        </p:spPr>
      </p:cxnSp>
      <p:cxnSp>
        <p:nvCxnSpPr>
          <p:cNvPr id="352" name="Google Shape;352;p17"/>
          <p:cNvCxnSpPr/>
          <p:nvPr/>
        </p:nvCxnSpPr>
        <p:spPr>
          <a:xfrm rot="10800000">
            <a:off x="4620526"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3" name="Google Shape;353;p17"/>
          <p:cNvCxnSpPr/>
          <p:nvPr/>
        </p:nvCxnSpPr>
        <p:spPr>
          <a:xfrm rot="10800000">
            <a:off x="6053808"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4" name="Google Shape;354;p17"/>
          <p:cNvCxnSpPr/>
          <p:nvPr/>
        </p:nvCxnSpPr>
        <p:spPr>
          <a:xfrm rot="10800000">
            <a:off x="7487809" y="1321073"/>
            <a:ext cx="0" cy="3222900"/>
          </a:xfrm>
          <a:prstGeom prst="straightConnector1">
            <a:avLst/>
          </a:prstGeom>
          <a:noFill/>
          <a:ln cap="flat" cmpd="sng" w="9525">
            <a:solidFill>
              <a:schemeClr val="dk1"/>
            </a:solidFill>
            <a:prstDash val="dot"/>
            <a:round/>
            <a:headEnd len="sm" w="sm" type="none"/>
            <a:tailEnd len="sm" w="sm" type="none"/>
          </a:ln>
        </p:spPr>
      </p:cxnSp>
      <p:cxnSp>
        <p:nvCxnSpPr>
          <p:cNvPr id="355" name="Google Shape;355;p17"/>
          <p:cNvCxnSpPr/>
          <p:nvPr/>
        </p:nvCxnSpPr>
        <p:spPr>
          <a:xfrm rot="10800000">
            <a:off x="997162" y="4125842"/>
            <a:ext cx="7531800" cy="0"/>
          </a:xfrm>
          <a:prstGeom prst="straightConnector1">
            <a:avLst/>
          </a:prstGeom>
          <a:noFill/>
          <a:ln cap="flat" cmpd="sng" w="9525">
            <a:solidFill>
              <a:schemeClr val="dk1"/>
            </a:solidFill>
            <a:prstDash val="dot"/>
            <a:round/>
            <a:headEnd len="sm" w="sm" type="none"/>
            <a:tailEnd len="sm" w="sm" type="none"/>
          </a:ln>
        </p:spPr>
      </p:cxnSp>
      <p:cxnSp>
        <p:nvCxnSpPr>
          <p:cNvPr id="356" name="Google Shape;356;p17"/>
          <p:cNvCxnSpPr/>
          <p:nvPr/>
        </p:nvCxnSpPr>
        <p:spPr>
          <a:xfrm rot="10800000">
            <a:off x="997162" y="3532492"/>
            <a:ext cx="7531800" cy="0"/>
          </a:xfrm>
          <a:prstGeom prst="straightConnector1">
            <a:avLst/>
          </a:prstGeom>
          <a:noFill/>
          <a:ln cap="flat" cmpd="sng" w="9525">
            <a:solidFill>
              <a:schemeClr val="dk1"/>
            </a:solidFill>
            <a:prstDash val="dot"/>
            <a:round/>
            <a:headEnd len="sm" w="sm" type="none"/>
            <a:tailEnd len="sm" w="sm" type="none"/>
          </a:ln>
        </p:spPr>
      </p:cxnSp>
      <p:cxnSp>
        <p:nvCxnSpPr>
          <p:cNvPr id="357" name="Google Shape;357;p17"/>
          <p:cNvCxnSpPr/>
          <p:nvPr/>
        </p:nvCxnSpPr>
        <p:spPr>
          <a:xfrm rot="10800000">
            <a:off x="997162" y="2933172"/>
            <a:ext cx="7531800" cy="0"/>
          </a:xfrm>
          <a:prstGeom prst="straightConnector1">
            <a:avLst/>
          </a:prstGeom>
          <a:noFill/>
          <a:ln cap="flat" cmpd="sng" w="9525">
            <a:solidFill>
              <a:schemeClr val="dk1"/>
            </a:solidFill>
            <a:prstDash val="dot"/>
            <a:round/>
            <a:headEnd len="sm" w="sm" type="none"/>
            <a:tailEnd len="sm" w="sm" type="none"/>
          </a:ln>
        </p:spPr>
      </p:cxnSp>
      <p:cxnSp>
        <p:nvCxnSpPr>
          <p:cNvPr id="358" name="Google Shape;358;p17"/>
          <p:cNvCxnSpPr/>
          <p:nvPr/>
        </p:nvCxnSpPr>
        <p:spPr>
          <a:xfrm rot="10800000">
            <a:off x="997162" y="2335841"/>
            <a:ext cx="7531800" cy="0"/>
          </a:xfrm>
          <a:prstGeom prst="straightConnector1">
            <a:avLst/>
          </a:prstGeom>
          <a:noFill/>
          <a:ln cap="flat" cmpd="sng" w="9525">
            <a:solidFill>
              <a:schemeClr val="dk1"/>
            </a:solidFill>
            <a:prstDash val="dot"/>
            <a:round/>
            <a:headEnd len="sm" w="sm" type="none"/>
            <a:tailEnd len="sm" w="sm" type="none"/>
          </a:ln>
        </p:spPr>
      </p:cxnSp>
      <p:cxnSp>
        <p:nvCxnSpPr>
          <p:cNvPr id="359" name="Google Shape;359;p17"/>
          <p:cNvCxnSpPr/>
          <p:nvPr/>
        </p:nvCxnSpPr>
        <p:spPr>
          <a:xfrm rot="10800000">
            <a:off x="997162" y="1737130"/>
            <a:ext cx="7531800" cy="0"/>
          </a:xfrm>
          <a:prstGeom prst="straightConnector1">
            <a:avLst/>
          </a:prstGeom>
          <a:noFill/>
          <a:ln cap="flat" cmpd="sng" w="9525">
            <a:solidFill>
              <a:schemeClr val="dk1"/>
            </a:solidFill>
            <a:prstDash val="dot"/>
            <a:round/>
            <a:headEnd len="sm" w="sm" type="none"/>
            <a:tailEnd len="sm" w="sm" type="none"/>
          </a:ln>
        </p:spPr>
      </p:cxnSp>
      <p:cxnSp>
        <p:nvCxnSpPr>
          <p:cNvPr id="360" name="Google Shape;360;p17"/>
          <p:cNvCxnSpPr/>
          <p:nvPr/>
        </p:nvCxnSpPr>
        <p:spPr>
          <a:xfrm rot="10800000">
            <a:off x="997686" y="4545103"/>
            <a:ext cx="7531800" cy="0"/>
          </a:xfrm>
          <a:prstGeom prst="straightConnector1">
            <a:avLst/>
          </a:prstGeom>
          <a:noFill/>
          <a:ln cap="flat" cmpd="sng" w="9525">
            <a:solidFill>
              <a:schemeClr val="dk1"/>
            </a:solidFill>
            <a:prstDash val="solid"/>
            <a:round/>
            <a:headEnd len="sm" w="sm" type="none"/>
            <a:tailEnd len="sm" w="sm" type="none"/>
          </a:ln>
        </p:spPr>
      </p:cxnSp>
      <p:cxnSp>
        <p:nvCxnSpPr>
          <p:cNvPr id="361" name="Google Shape;361;p17"/>
          <p:cNvCxnSpPr/>
          <p:nvPr/>
        </p:nvCxnSpPr>
        <p:spPr>
          <a:xfrm rot="10800000">
            <a:off x="997311" y="1316605"/>
            <a:ext cx="0" cy="3234000"/>
          </a:xfrm>
          <a:prstGeom prst="straightConnector1">
            <a:avLst/>
          </a:prstGeom>
          <a:noFill/>
          <a:ln cap="flat" cmpd="sng" w="9525">
            <a:solidFill>
              <a:schemeClr val="dk1"/>
            </a:solidFill>
            <a:prstDash val="solid"/>
            <a:round/>
            <a:headEnd len="sm" w="sm" type="none"/>
            <a:tailEnd len="sm" w="sm" type="none"/>
          </a:ln>
        </p:spPr>
      </p:cxnSp>
      <p:sp>
        <p:nvSpPr>
          <p:cNvPr id="362" name="Google Shape;362;p17"/>
          <p:cNvSpPr txBox="1"/>
          <p:nvPr>
            <p:ph idx="2" type="subTitle"/>
          </p:nvPr>
        </p:nvSpPr>
        <p:spPr>
          <a:xfrm>
            <a:off x="1730075"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3" name="Google Shape;363;p17"/>
          <p:cNvSpPr txBox="1"/>
          <p:nvPr>
            <p:ph idx="3" type="subTitle"/>
          </p:nvPr>
        </p:nvSpPr>
        <p:spPr>
          <a:xfrm>
            <a:off x="3165294"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4" name="Google Shape;364;p17"/>
          <p:cNvSpPr txBox="1"/>
          <p:nvPr>
            <p:ph idx="4" type="subTitle"/>
          </p:nvPr>
        </p:nvSpPr>
        <p:spPr>
          <a:xfrm>
            <a:off x="461146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5" name="Google Shape;365;p17"/>
          <p:cNvSpPr txBox="1"/>
          <p:nvPr>
            <p:ph idx="5" type="subTitle"/>
          </p:nvPr>
        </p:nvSpPr>
        <p:spPr>
          <a:xfrm>
            <a:off x="749042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6" name="Google Shape;366;p17"/>
          <p:cNvSpPr txBox="1"/>
          <p:nvPr>
            <p:ph idx="6" type="subTitle"/>
          </p:nvPr>
        </p:nvSpPr>
        <p:spPr>
          <a:xfrm>
            <a:off x="6052173"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7" name="Google Shape;367;p17"/>
          <p:cNvSpPr txBox="1"/>
          <p:nvPr>
            <p:ph idx="7" type="subTitle"/>
          </p:nvPr>
        </p:nvSpPr>
        <p:spPr>
          <a:xfrm>
            <a:off x="286936" y="3435204"/>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8" name="Google Shape;368;p17"/>
          <p:cNvSpPr txBox="1"/>
          <p:nvPr>
            <p:ph idx="8" type="subTitle"/>
          </p:nvPr>
        </p:nvSpPr>
        <p:spPr>
          <a:xfrm>
            <a:off x="286936" y="4047421"/>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9" name="Google Shape;369;p17"/>
          <p:cNvSpPr txBox="1"/>
          <p:nvPr>
            <p:ph idx="9" type="subTitle"/>
          </p:nvPr>
        </p:nvSpPr>
        <p:spPr>
          <a:xfrm>
            <a:off x="286936" y="2240202"/>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0" name="Google Shape;370;p17"/>
          <p:cNvSpPr txBox="1"/>
          <p:nvPr>
            <p:ph idx="13" type="subTitle"/>
          </p:nvPr>
        </p:nvSpPr>
        <p:spPr>
          <a:xfrm>
            <a:off x="286936" y="2859829"/>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1" name="Google Shape;371;p17"/>
          <p:cNvSpPr txBox="1"/>
          <p:nvPr>
            <p:ph idx="14" type="subTitle"/>
          </p:nvPr>
        </p:nvSpPr>
        <p:spPr>
          <a:xfrm>
            <a:off x="286936" y="1641475"/>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2">
  <p:cSld name="CUSTOM_7_1_1_1_1_1_1_1_1_1_1_1_1_1_1_1_1_8">
    <p:bg>
      <p:bgPr>
        <a:solidFill>
          <a:schemeClr val="dk2"/>
        </a:solidFill>
      </p:bgPr>
    </p:bg>
    <p:spTree>
      <p:nvGrpSpPr>
        <p:cNvPr id="372" name="Shape 372"/>
        <p:cNvGrpSpPr/>
        <p:nvPr/>
      </p:nvGrpSpPr>
      <p:grpSpPr>
        <a:xfrm>
          <a:off x="0" y="0"/>
          <a:ext cx="0" cy="0"/>
          <a:chOff x="0" y="0"/>
          <a:chExt cx="0" cy="0"/>
        </a:xfrm>
      </p:grpSpPr>
      <p:sp>
        <p:nvSpPr>
          <p:cNvPr id="373" name="Google Shape;373;p18"/>
          <p:cNvSpPr txBox="1"/>
          <p:nvPr>
            <p:ph idx="1" type="body"/>
          </p:nvPr>
        </p:nvSpPr>
        <p:spPr>
          <a:xfrm>
            <a:off x="68326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18"/>
          <p:cNvSpPr txBox="1"/>
          <p:nvPr>
            <p:ph idx="2" type="body"/>
          </p:nvPr>
        </p:nvSpPr>
        <p:spPr>
          <a:xfrm>
            <a:off x="46195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5" name="Google Shape;375;p18"/>
          <p:cNvSpPr txBox="1"/>
          <p:nvPr>
            <p:ph idx="3" type="body"/>
          </p:nvPr>
        </p:nvSpPr>
        <p:spPr>
          <a:xfrm>
            <a:off x="24065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6" name="Google Shape;376;p18"/>
          <p:cNvSpPr txBox="1"/>
          <p:nvPr>
            <p:ph idx="4" type="body"/>
          </p:nvPr>
        </p:nvSpPr>
        <p:spPr>
          <a:xfrm>
            <a:off x="1934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7" name="Google Shape;377;p18"/>
          <p:cNvSpPr txBox="1"/>
          <p:nvPr>
            <p:ph idx="5" type="body"/>
          </p:nvPr>
        </p:nvSpPr>
        <p:spPr>
          <a:xfrm>
            <a:off x="68313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18"/>
          <p:cNvSpPr txBox="1"/>
          <p:nvPr>
            <p:ph idx="6" type="body"/>
          </p:nvPr>
        </p:nvSpPr>
        <p:spPr>
          <a:xfrm>
            <a:off x="46183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18"/>
          <p:cNvSpPr txBox="1"/>
          <p:nvPr>
            <p:ph idx="7" type="body"/>
          </p:nvPr>
        </p:nvSpPr>
        <p:spPr>
          <a:xfrm>
            <a:off x="24052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18"/>
          <p:cNvSpPr txBox="1"/>
          <p:nvPr>
            <p:ph idx="8" type="body"/>
          </p:nvPr>
        </p:nvSpPr>
        <p:spPr>
          <a:xfrm>
            <a:off x="1922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1" name="Google Shape;381;p18"/>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82" name="Google Shape;382;p18"/>
          <p:cNvSpPr txBox="1"/>
          <p:nvPr>
            <p:ph idx="9"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83" name="Google Shape;383;p18"/>
          <p:cNvSpPr txBox="1"/>
          <p:nvPr>
            <p:ph idx="13" type="title"/>
          </p:nvPr>
        </p:nvSpPr>
        <p:spPr>
          <a:xfrm>
            <a:off x="6996850"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4" name="Google Shape;384;p18"/>
          <p:cNvSpPr txBox="1"/>
          <p:nvPr>
            <p:ph idx="14" type="title"/>
          </p:nvPr>
        </p:nvSpPr>
        <p:spPr>
          <a:xfrm>
            <a:off x="4783238"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5" name="Google Shape;385;p18"/>
          <p:cNvSpPr txBox="1"/>
          <p:nvPr>
            <p:ph idx="15" type="title"/>
          </p:nvPr>
        </p:nvSpPr>
        <p:spPr>
          <a:xfrm>
            <a:off x="2546913"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6" name="Google Shape;386;p18"/>
          <p:cNvSpPr txBox="1"/>
          <p:nvPr>
            <p:ph idx="16" type="title"/>
          </p:nvPr>
        </p:nvSpPr>
        <p:spPr>
          <a:xfrm>
            <a:off x="355638" y="136576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7" name="Google Shape;387;p18"/>
          <p:cNvSpPr txBox="1"/>
          <p:nvPr>
            <p:ph idx="17" type="title"/>
          </p:nvPr>
        </p:nvSpPr>
        <p:spPr>
          <a:xfrm>
            <a:off x="7002200"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8" name="Google Shape;388;p18"/>
          <p:cNvSpPr txBox="1"/>
          <p:nvPr>
            <p:ph idx="18" type="title"/>
          </p:nvPr>
        </p:nvSpPr>
        <p:spPr>
          <a:xfrm>
            <a:off x="4788588"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9" name="Google Shape;389;p18"/>
          <p:cNvSpPr txBox="1"/>
          <p:nvPr>
            <p:ph idx="19" type="title"/>
          </p:nvPr>
        </p:nvSpPr>
        <p:spPr>
          <a:xfrm>
            <a:off x="2552263"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90" name="Google Shape;390;p18"/>
          <p:cNvSpPr txBox="1"/>
          <p:nvPr>
            <p:ph idx="20" type="title"/>
          </p:nvPr>
        </p:nvSpPr>
        <p:spPr>
          <a:xfrm>
            <a:off x="360988" y="316431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3">
  <p:cSld name="CUSTOM_7_1_1_1_1_1_1_1_1_1_1_1_1_1_1_1_1_7_1">
    <p:spTree>
      <p:nvGrpSpPr>
        <p:cNvPr id="391" name="Shape 391"/>
        <p:cNvGrpSpPr/>
        <p:nvPr/>
      </p:nvGrpSpPr>
      <p:grpSpPr>
        <a:xfrm>
          <a:off x="0" y="0"/>
          <a:ext cx="0" cy="0"/>
          <a:chOff x="0" y="0"/>
          <a:chExt cx="0" cy="0"/>
        </a:xfrm>
      </p:grpSpPr>
      <p:sp>
        <p:nvSpPr>
          <p:cNvPr id="392" name="Google Shape;392;p1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93" name="Google Shape;393;p19"/>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94" name="Google Shape;394;p19"/>
          <p:cNvSpPr txBox="1"/>
          <p:nvPr>
            <p:ph idx="2" type="subTitle"/>
          </p:nvPr>
        </p:nvSpPr>
        <p:spPr>
          <a:xfrm>
            <a:off x="193100" y="37800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19"/>
          <p:cNvSpPr txBox="1"/>
          <p:nvPr>
            <p:ph idx="3" type="subTitle"/>
          </p:nvPr>
        </p:nvSpPr>
        <p:spPr>
          <a:xfrm>
            <a:off x="1852425" y="40676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6" name="Google Shape;396;p19"/>
          <p:cNvSpPr txBox="1"/>
          <p:nvPr>
            <p:ph idx="4" type="subTitle"/>
          </p:nvPr>
        </p:nvSpPr>
        <p:spPr>
          <a:xfrm>
            <a:off x="193100" y="2519863"/>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19"/>
          <p:cNvSpPr txBox="1"/>
          <p:nvPr>
            <p:ph idx="5" type="subTitle"/>
          </p:nvPr>
        </p:nvSpPr>
        <p:spPr>
          <a:xfrm>
            <a:off x="1852425" y="2807463"/>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8" name="Google Shape;398;p19"/>
          <p:cNvSpPr txBox="1"/>
          <p:nvPr>
            <p:ph idx="6" type="subTitle"/>
          </p:nvPr>
        </p:nvSpPr>
        <p:spPr>
          <a:xfrm>
            <a:off x="219077" y="12597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19"/>
          <p:cNvSpPr txBox="1"/>
          <p:nvPr>
            <p:ph idx="7" type="subTitle"/>
          </p:nvPr>
        </p:nvSpPr>
        <p:spPr>
          <a:xfrm>
            <a:off x="1852425" y="15473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00" name="Google Shape;400;p19"/>
          <p:cNvSpPr txBox="1"/>
          <p:nvPr>
            <p:ph idx="8" type="body"/>
          </p:nvPr>
        </p:nvSpPr>
        <p:spPr>
          <a:xfrm>
            <a:off x="189973" y="46654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1" name="Google Shape;401;p19"/>
          <p:cNvSpPr txBox="1"/>
          <p:nvPr>
            <p:ph idx="9" type="body"/>
          </p:nvPr>
        </p:nvSpPr>
        <p:spPr>
          <a:xfrm>
            <a:off x="189973" y="3405288"/>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19"/>
          <p:cNvSpPr txBox="1"/>
          <p:nvPr>
            <p:ph idx="13" type="body"/>
          </p:nvPr>
        </p:nvSpPr>
        <p:spPr>
          <a:xfrm>
            <a:off x="199273" y="21451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4">
  <p:cSld name="CUSTOM_7_1_1_1_1_1_1_1_1_1_1_1_1_1_1_1_1_7_2">
    <p:spTree>
      <p:nvGrpSpPr>
        <p:cNvPr id="403" name="Shape 403"/>
        <p:cNvGrpSpPr/>
        <p:nvPr/>
      </p:nvGrpSpPr>
      <p:grpSpPr>
        <a:xfrm>
          <a:off x="0" y="0"/>
          <a:ext cx="0" cy="0"/>
          <a:chOff x="0" y="0"/>
          <a:chExt cx="0" cy="0"/>
        </a:xfrm>
      </p:grpSpPr>
      <p:sp>
        <p:nvSpPr>
          <p:cNvPr id="404" name="Google Shape;404;p2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05" name="Google Shape;405;p20"/>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06" name="Google Shape;406;p20"/>
          <p:cNvSpPr txBox="1"/>
          <p:nvPr>
            <p:ph idx="2" type="subTitle"/>
          </p:nvPr>
        </p:nvSpPr>
        <p:spPr>
          <a:xfrm>
            <a:off x="189375" y="42642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20"/>
          <p:cNvSpPr txBox="1"/>
          <p:nvPr>
            <p:ph idx="3" type="subTitle"/>
          </p:nvPr>
        </p:nvSpPr>
        <p:spPr>
          <a:xfrm>
            <a:off x="190425" y="36933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8" name="Google Shape;408;p20"/>
          <p:cNvSpPr txBox="1"/>
          <p:nvPr>
            <p:ph idx="4" type="subTitle"/>
          </p:nvPr>
        </p:nvSpPr>
        <p:spPr>
          <a:xfrm>
            <a:off x="190425" y="31180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9" name="Google Shape;409;p20"/>
          <p:cNvSpPr txBox="1"/>
          <p:nvPr>
            <p:ph idx="5" type="subTitle"/>
          </p:nvPr>
        </p:nvSpPr>
        <p:spPr>
          <a:xfrm>
            <a:off x="191475" y="25471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0" name="Google Shape;410;p20"/>
          <p:cNvSpPr txBox="1"/>
          <p:nvPr>
            <p:ph idx="6" type="subTitle"/>
          </p:nvPr>
        </p:nvSpPr>
        <p:spPr>
          <a:xfrm>
            <a:off x="190950" y="19717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1" name="Google Shape;411;p20"/>
          <p:cNvSpPr txBox="1"/>
          <p:nvPr>
            <p:ph idx="7" type="subTitle"/>
          </p:nvPr>
        </p:nvSpPr>
        <p:spPr>
          <a:xfrm>
            <a:off x="192000" y="14008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2" name="Google Shape;412;p20"/>
          <p:cNvSpPr txBox="1"/>
          <p:nvPr>
            <p:ph idx="8" type="subTitle"/>
          </p:nvPr>
        </p:nvSpPr>
        <p:spPr>
          <a:xfrm>
            <a:off x="1967073" y="25501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3" name="Google Shape;413;p20"/>
          <p:cNvSpPr txBox="1"/>
          <p:nvPr>
            <p:ph idx="9" type="subTitle"/>
          </p:nvPr>
        </p:nvSpPr>
        <p:spPr>
          <a:xfrm>
            <a:off x="1967073" y="14008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4" name="Google Shape;414;p20"/>
          <p:cNvSpPr txBox="1"/>
          <p:nvPr>
            <p:ph idx="13" type="subTitle"/>
          </p:nvPr>
        </p:nvSpPr>
        <p:spPr>
          <a:xfrm>
            <a:off x="1967073" y="19717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5" name="Google Shape;415;p20"/>
          <p:cNvSpPr txBox="1"/>
          <p:nvPr>
            <p:ph idx="14" type="subTitle"/>
          </p:nvPr>
        </p:nvSpPr>
        <p:spPr>
          <a:xfrm>
            <a:off x="1967073" y="31210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6" name="Google Shape;416;p20"/>
          <p:cNvSpPr txBox="1"/>
          <p:nvPr>
            <p:ph idx="15" type="subTitle"/>
          </p:nvPr>
        </p:nvSpPr>
        <p:spPr>
          <a:xfrm>
            <a:off x="1967073" y="42628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7" name="Google Shape;417;p20"/>
          <p:cNvSpPr txBox="1"/>
          <p:nvPr>
            <p:ph idx="16" type="subTitle"/>
          </p:nvPr>
        </p:nvSpPr>
        <p:spPr>
          <a:xfrm>
            <a:off x="1967073" y="36919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8" name="Google Shape;418;p20"/>
          <p:cNvSpPr txBox="1"/>
          <p:nvPr>
            <p:ph idx="17" type="body"/>
          </p:nvPr>
        </p:nvSpPr>
        <p:spPr>
          <a:xfrm>
            <a:off x="3741773" y="19732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9" name="Google Shape;419;p20"/>
          <p:cNvSpPr txBox="1"/>
          <p:nvPr>
            <p:ph idx="18" type="body"/>
          </p:nvPr>
        </p:nvSpPr>
        <p:spPr>
          <a:xfrm>
            <a:off x="3741773" y="25515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0" name="Google Shape;420;p20"/>
          <p:cNvSpPr txBox="1"/>
          <p:nvPr>
            <p:ph idx="19" type="body"/>
          </p:nvPr>
        </p:nvSpPr>
        <p:spPr>
          <a:xfrm>
            <a:off x="3741773" y="31224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1" name="Google Shape;421;p20"/>
          <p:cNvSpPr txBox="1"/>
          <p:nvPr>
            <p:ph idx="20" type="body"/>
          </p:nvPr>
        </p:nvSpPr>
        <p:spPr>
          <a:xfrm>
            <a:off x="3741773" y="36933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2" name="Google Shape;422;p20"/>
          <p:cNvSpPr txBox="1"/>
          <p:nvPr>
            <p:ph idx="21" type="body"/>
          </p:nvPr>
        </p:nvSpPr>
        <p:spPr>
          <a:xfrm>
            <a:off x="3741773" y="42642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3" name="Google Shape;423;p20"/>
          <p:cNvSpPr txBox="1"/>
          <p:nvPr>
            <p:ph idx="22" type="body"/>
          </p:nvPr>
        </p:nvSpPr>
        <p:spPr>
          <a:xfrm>
            <a:off x="3741773" y="14023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1">
    <p:spTree>
      <p:nvGrpSpPr>
        <p:cNvPr id="424" name="Shape 424"/>
        <p:cNvGrpSpPr/>
        <p:nvPr/>
      </p:nvGrpSpPr>
      <p:grpSpPr>
        <a:xfrm>
          <a:off x="0" y="0"/>
          <a:ext cx="0" cy="0"/>
          <a:chOff x="0" y="0"/>
          <a:chExt cx="0" cy="0"/>
        </a:xfrm>
      </p:grpSpPr>
      <p:sp>
        <p:nvSpPr>
          <p:cNvPr id="425" name="Google Shape;425;p21"/>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26" name="Google Shape;426;p21"/>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7" name="Google Shape;427;p21"/>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8" name="Google Shape;428;p21"/>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9" name="Google Shape;429;p21"/>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30" name="Google Shape;430;p21"/>
          <p:cNvSpPr txBox="1"/>
          <p:nvPr>
            <p:ph idx="4" type="subTitle"/>
          </p:nvPr>
        </p:nvSpPr>
        <p:spPr>
          <a:xfrm>
            <a:off x="1759000" y="30177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21"/>
          <p:cNvSpPr txBox="1"/>
          <p:nvPr>
            <p:ph idx="5" type="subTitle"/>
          </p:nvPr>
        </p:nvSpPr>
        <p:spPr>
          <a:xfrm>
            <a:off x="1758250" y="16637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21"/>
          <p:cNvSpPr txBox="1"/>
          <p:nvPr>
            <p:ph idx="6" type="subTitle"/>
          </p:nvPr>
        </p:nvSpPr>
        <p:spPr>
          <a:xfrm>
            <a:off x="1758250" y="23406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21"/>
          <p:cNvSpPr txBox="1"/>
          <p:nvPr>
            <p:ph idx="7" type="subTitle"/>
          </p:nvPr>
        </p:nvSpPr>
        <p:spPr>
          <a:xfrm>
            <a:off x="1758250" y="36948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21"/>
          <p:cNvSpPr txBox="1"/>
          <p:nvPr>
            <p:ph idx="8" type="subTitle"/>
          </p:nvPr>
        </p:nvSpPr>
        <p:spPr>
          <a:xfrm>
            <a:off x="1758250" y="43670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21"/>
          <p:cNvSpPr txBox="1"/>
          <p:nvPr>
            <p:ph idx="9" type="subTitle"/>
          </p:nvPr>
        </p:nvSpPr>
        <p:spPr>
          <a:xfrm>
            <a:off x="228148" y="30199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6" name="Google Shape;436;p21"/>
          <p:cNvSpPr txBox="1"/>
          <p:nvPr>
            <p:ph idx="13" type="subTitle"/>
          </p:nvPr>
        </p:nvSpPr>
        <p:spPr>
          <a:xfrm>
            <a:off x="228148" y="16660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7" name="Google Shape;437;p21"/>
          <p:cNvSpPr txBox="1"/>
          <p:nvPr>
            <p:ph idx="14" type="subTitle"/>
          </p:nvPr>
        </p:nvSpPr>
        <p:spPr>
          <a:xfrm>
            <a:off x="228148" y="23428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8" name="Google Shape;438;p21"/>
          <p:cNvSpPr txBox="1"/>
          <p:nvPr>
            <p:ph idx="15" type="subTitle"/>
          </p:nvPr>
        </p:nvSpPr>
        <p:spPr>
          <a:xfrm>
            <a:off x="228148" y="36970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9" name="Google Shape;439;p21"/>
          <p:cNvSpPr txBox="1"/>
          <p:nvPr>
            <p:ph idx="16" type="subTitle"/>
          </p:nvPr>
        </p:nvSpPr>
        <p:spPr>
          <a:xfrm>
            <a:off x="228148" y="43693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0" name="Google Shape;440;p21"/>
          <p:cNvSpPr txBox="1"/>
          <p:nvPr>
            <p:ph idx="17" type="title"/>
          </p:nvPr>
        </p:nvSpPr>
        <p:spPr>
          <a:xfrm>
            <a:off x="596525" y="753331"/>
            <a:ext cx="7062000" cy="9105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1" name="Google Shape;441;p21"/>
          <p:cNvSpPr txBox="1"/>
          <p:nvPr>
            <p:ph idx="18" type="body"/>
          </p:nvPr>
        </p:nvSpPr>
        <p:spPr>
          <a:xfrm>
            <a:off x="4571300" y="43670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2" name="Google Shape;442;p21"/>
          <p:cNvSpPr txBox="1"/>
          <p:nvPr>
            <p:ph idx="19" type="body"/>
          </p:nvPr>
        </p:nvSpPr>
        <p:spPr>
          <a:xfrm>
            <a:off x="4571300" y="36948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3" name="Google Shape;443;p21"/>
          <p:cNvSpPr txBox="1"/>
          <p:nvPr>
            <p:ph idx="20" type="body"/>
          </p:nvPr>
        </p:nvSpPr>
        <p:spPr>
          <a:xfrm>
            <a:off x="4571300" y="30177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4" name="Google Shape;444;p21"/>
          <p:cNvSpPr txBox="1"/>
          <p:nvPr>
            <p:ph idx="21" type="body"/>
          </p:nvPr>
        </p:nvSpPr>
        <p:spPr>
          <a:xfrm>
            <a:off x="4571300" y="23406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5" name="Google Shape;445;p21"/>
          <p:cNvSpPr txBox="1"/>
          <p:nvPr>
            <p:ph idx="22" type="body"/>
          </p:nvPr>
        </p:nvSpPr>
        <p:spPr>
          <a:xfrm>
            <a:off x="4571300" y="16637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3">
  <p:cSld name="CUSTOM_1_1_1_1_1">
    <p:spTree>
      <p:nvGrpSpPr>
        <p:cNvPr id="446" name="Shape 446"/>
        <p:cNvGrpSpPr/>
        <p:nvPr/>
      </p:nvGrpSpPr>
      <p:grpSpPr>
        <a:xfrm>
          <a:off x="0" y="0"/>
          <a:ext cx="0" cy="0"/>
          <a:chOff x="0" y="0"/>
          <a:chExt cx="0" cy="0"/>
        </a:xfrm>
      </p:grpSpPr>
      <p:sp>
        <p:nvSpPr>
          <p:cNvPr id="447" name="Google Shape;447;p22"/>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8" name="Google Shape;448;p22"/>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9" name="Google Shape;449;p22"/>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50" name="Google Shape;450;p22"/>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1" name="Google Shape;451;p22"/>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grpSp>
        <p:nvGrpSpPr>
          <p:cNvPr id="452" name="Google Shape;452;p22"/>
          <p:cNvGrpSpPr/>
          <p:nvPr/>
        </p:nvGrpSpPr>
        <p:grpSpPr>
          <a:xfrm>
            <a:off x="-2450" y="131788"/>
            <a:ext cx="9144000" cy="5011712"/>
            <a:chOff x="-2450" y="131788"/>
            <a:chExt cx="9144000" cy="5011712"/>
          </a:xfrm>
        </p:grpSpPr>
        <p:sp>
          <p:nvSpPr>
            <p:cNvPr id="453" name="Google Shape;453;p22"/>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54" name="Google Shape;454;p22"/>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455" name="Google Shape;455;p22"/>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6" name="Google Shape;456;p22"/>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57" name="Google Shape;457;p22"/>
          <p:cNvSpPr txBox="1"/>
          <p:nvPr>
            <p:ph idx="4" type="subTitle"/>
          </p:nvPr>
        </p:nvSpPr>
        <p:spPr>
          <a:xfrm>
            <a:off x="229085" y="1666050"/>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8" name="Google Shape;458;p22"/>
          <p:cNvSpPr txBox="1"/>
          <p:nvPr>
            <p:ph idx="5" type="subTitle"/>
          </p:nvPr>
        </p:nvSpPr>
        <p:spPr>
          <a:xfrm>
            <a:off x="229085" y="2341863"/>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9" name="Google Shape;459;p22"/>
          <p:cNvSpPr txBox="1"/>
          <p:nvPr>
            <p:ph idx="6" type="subTitle"/>
          </p:nvPr>
        </p:nvSpPr>
        <p:spPr>
          <a:xfrm>
            <a:off x="229085" y="3018975"/>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0" name="Google Shape;460;p22"/>
          <p:cNvSpPr txBox="1"/>
          <p:nvPr>
            <p:ph idx="7" type="subTitle"/>
          </p:nvPr>
        </p:nvSpPr>
        <p:spPr>
          <a:xfrm>
            <a:off x="229085" y="36947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1" name="Google Shape;461;p22"/>
          <p:cNvSpPr txBox="1"/>
          <p:nvPr>
            <p:ph idx="8" type="subTitle"/>
          </p:nvPr>
        </p:nvSpPr>
        <p:spPr>
          <a:xfrm>
            <a:off x="229085" y="43718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2" name="Google Shape;462;p22"/>
          <p:cNvSpPr txBox="1"/>
          <p:nvPr>
            <p:ph idx="9" type="title"/>
          </p:nvPr>
        </p:nvSpPr>
        <p:spPr>
          <a:xfrm>
            <a:off x="596525" y="753324"/>
            <a:ext cx="7062000" cy="6834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3" name="Google Shape;463;p22"/>
          <p:cNvSpPr txBox="1"/>
          <p:nvPr>
            <p:ph idx="13" type="subTitle"/>
          </p:nvPr>
        </p:nvSpPr>
        <p:spPr>
          <a:xfrm>
            <a:off x="79169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4" name="Google Shape;464;p22"/>
          <p:cNvSpPr txBox="1"/>
          <p:nvPr>
            <p:ph idx="14" type="subTitle"/>
          </p:nvPr>
        </p:nvSpPr>
        <p:spPr>
          <a:xfrm>
            <a:off x="6689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5" name="Google Shape;465;p22"/>
          <p:cNvSpPr txBox="1"/>
          <p:nvPr>
            <p:ph idx="15" type="subTitle"/>
          </p:nvPr>
        </p:nvSpPr>
        <p:spPr>
          <a:xfrm>
            <a:off x="5462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6" name="Google Shape;466;p22"/>
          <p:cNvSpPr txBox="1"/>
          <p:nvPr>
            <p:ph idx="16" type="subTitle"/>
          </p:nvPr>
        </p:nvSpPr>
        <p:spPr>
          <a:xfrm>
            <a:off x="423583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7" name="Google Shape;467;p22"/>
          <p:cNvSpPr txBox="1"/>
          <p:nvPr>
            <p:ph idx="17" type="subTitle"/>
          </p:nvPr>
        </p:nvSpPr>
        <p:spPr>
          <a:xfrm>
            <a:off x="300801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8" name="Google Shape;468;p22"/>
          <p:cNvSpPr txBox="1"/>
          <p:nvPr>
            <p:ph idx="18" type="subTitle"/>
          </p:nvPr>
        </p:nvSpPr>
        <p:spPr>
          <a:xfrm>
            <a:off x="17816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p:cSld name="CUSTOM_3">
    <p:spTree>
      <p:nvGrpSpPr>
        <p:cNvPr id="469" name="Shape 469"/>
        <p:cNvGrpSpPr/>
        <p:nvPr/>
      </p:nvGrpSpPr>
      <p:grpSpPr>
        <a:xfrm>
          <a:off x="0" y="0"/>
          <a:ext cx="0" cy="0"/>
          <a:chOff x="0" y="0"/>
          <a:chExt cx="0" cy="0"/>
        </a:xfrm>
      </p:grpSpPr>
      <p:sp>
        <p:nvSpPr>
          <p:cNvPr id="470" name="Google Shape;470;p23"/>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1" name="Google Shape;471;p23"/>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2" name="Google Shape;472;p23"/>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3" name="Google Shape;473;p23"/>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4" name="Google Shape;474;p23"/>
          <p:cNvSpPr txBox="1"/>
          <p:nvPr>
            <p:ph idx="3"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USTOM_3_1">
    <p:bg>
      <p:bgPr>
        <a:solidFill>
          <a:schemeClr val="dk2"/>
        </a:solidFill>
      </p:bgPr>
    </p:bg>
    <p:spTree>
      <p:nvGrpSpPr>
        <p:cNvPr id="475" name="Shape 475"/>
        <p:cNvGrpSpPr/>
        <p:nvPr/>
      </p:nvGrpSpPr>
      <p:grpSpPr>
        <a:xfrm>
          <a:off x="0" y="0"/>
          <a:ext cx="0" cy="0"/>
          <a:chOff x="0" y="0"/>
          <a:chExt cx="0" cy="0"/>
        </a:xfrm>
      </p:grpSpPr>
      <p:sp>
        <p:nvSpPr>
          <p:cNvPr id="476" name="Google Shape;476;p24"/>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7" name="Google Shape;477;p24"/>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8" name="Google Shape;478;p24"/>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9" name="Google Shape;479;p24"/>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24"/>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1 1">
  <p:cSld name="CUSTOM_7_1_1_1_1_1_1_1_1_1_1_1_1_1_1_1_1_6_1">
    <p:spTree>
      <p:nvGrpSpPr>
        <p:cNvPr id="481" name="Shape 481"/>
        <p:cNvGrpSpPr/>
        <p:nvPr/>
      </p:nvGrpSpPr>
      <p:grpSpPr>
        <a:xfrm>
          <a:off x="0" y="0"/>
          <a:ext cx="0" cy="0"/>
          <a:chOff x="0" y="0"/>
          <a:chExt cx="0" cy="0"/>
        </a:xfrm>
      </p:grpSpPr>
      <p:sp>
        <p:nvSpPr>
          <p:cNvPr id="482" name="Google Shape;482;p25"/>
          <p:cNvSpPr txBox="1"/>
          <p:nvPr>
            <p:ph type="title"/>
          </p:nvPr>
        </p:nvSpPr>
        <p:spPr>
          <a:xfrm>
            <a:off x="218425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3" name="Google Shape;483;p25"/>
          <p:cNvSpPr txBox="1"/>
          <p:nvPr>
            <p:ph idx="2" type="title"/>
          </p:nvPr>
        </p:nvSpPr>
        <p:spPr>
          <a:xfrm>
            <a:off x="3962263"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4" name="Google Shape;484;p25"/>
          <p:cNvSpPr txBox="1"/>
          <p:nvPr>
            <p:ph idx="3" type="title"/>
          </p:nvPr>
        </p:nvSpPr>
        <p:spPr>
          <a:xfrm>
            <a:off x="406525"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5" name="Google Shape;485;p25"/>
          <p:cNvSpPr txBox="1"/>
          <p:nvPr>
            <p:ph idx="4" type="title"/>
          </p:nvPr>
        </p:nvSpPr>
        <p:spPr>
          <a:xfrm>
            <a:off x="572960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6" name="Google Shape;486;p25"/>
          <p:cNvSpPr txBox="1"/>
          <p:nvPr>
            <p:ph idx="5" type="title"/>
          </p:nvPr>
        </p:nvSpPr>
        <p:spPr>
          <a:xfrm>
            <a:off x="7518138"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7" name="Google Shape;487;p25"/>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8" name="Google Shape;488;p25"/>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9" name="Google Shape;489;p25"/>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0" name="Google Shape;490;p25"/>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1" name="Google Shape;491;p25"/>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2" name="Google Shape;492;p25"/>
          <p:cNvSpPr txBox="1"/>
          <p:nvPr>
            <p:ph idx="14" type="title"/>
          </p:nvPr>
        </p:nvSpPr>
        <p:spPr>
          <a:xfrm>
            <a:off x="73399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3" name="Google Shape;493;p25"/>
          <p:cNvSpPr txBox="1"/>
          <p:nvPr>
            <p:ph idx="15" type="title"/>
          </p:nvPr>
        </p:nvSpPr>
        <p:spPr>
          <a:xfrm>
            <a:off x="37800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4" name="Google Shape;494;p25"/>
          <p:cNvSpPr txBox="1"/>
          <p:nvPr>
            <p:ph idx="16" type="title"/>
          </p:nvPr>
        </p:nvSpPr>
        <p:spPr>
          <a:xfrm>
            <a:off x="55571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5" name="Google Shape;495;p25"/>
          <p:cNvSpPr txBox="1"/>
          <p:nvPr>
            <p:ph idx="17" type="title"/>
          </p:nvPr>
        </p:nvSpPr>
        <p:spPr>
          <a:xfrm>
            <a:off x="2276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6" name="Google Shape;496;p25"/>
          <p:cNvSpPr txBox="1"/>
          <p:nvPr>
            <p:ph idx="18" type="title"/>
          </p:nvPr>
        </p:nvSpPr>
        <p:spPr>
          <a:xfrm>
            <a:off x="20047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7" name="Google Shape;497;p25"/>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98" name="Google Shape;498;p25"/>
          <p:cNvSpPr txBox="1"/>
          <p:nvPr>
            <p:ph idx="19" type="body"/>
          </p:nvPr>
        </p:nvSpPr>
        <p:spPr>
          <a:xfrm>
            <a:off x="223881"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9" name="Google Shape;499;p25"/>
          <p:cNvSpPr txBox="1"/>
          <p:nvPr>
            <p:ph idx="20" type="body"/>
          </p:nvPr>
        </p:nvSpPr>
        <p:spPr>
          <a:xfrm>
            <a:off x="2004019"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0" name="Google Shape;500;p25"/>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1" name="Google Shape;501;p25"/>
          <p:cNvSpPr txBox="1"/>
          <p:nvPr>
            <p:ph idx="22" type="body"/>
          </p:nvPr>
        </p:nvSpPr>
        <p:spPr>
          <a:xfrm>
            <a:off x="55571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2" name="Google Shape;502;p25"/>
          <p:cNvSpPr txBox="1"/>
          <p:nvPr>
            <p:ph idx="23" type="body"/>
          </p:nvPr>
        </p:nvSpPr>
        <p:spPr>
          <a:xfrm>
            <a:off x="73342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3" name="Google Shape;503;p25"/>
          <p:cNvSpPr txBox="1"/>
          <p:nvPr>
            <p:ph idx="24" type="body"/>
          </p:nvPr>
        </p:nvSpPr>
        <p:spPr>
          <a:xfrm>
            <a:off x="226606"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4" name="Google Shape;504;p25"/>
          <p:cNvSpPr txBox="1"/>
          <p:nvPr>
            <p:ph idx="25" type="body"/>
          </p:nvPr>
        </p:nvSpPr>
        <p:spPr>
          <a:xfrm>
            <a:off x="2006744"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5" name="Google Shape;505;p25"/>
          <p:cNvSpPr txBox="1"/>
          <p:nvPr>
            <p:ph idx="26" type="body"/>
          </p:nvPr>
        </p:nvSpPr>
        <p:spPr>
          <a:xfrm>
            <a:off x="37827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6" name="Google Shape;506;p25"/>
          <p:cNvSpPr txBox="1"/>
          <p:nvPr>
            <p:ph idx="27" type="body"/>
          </p:nvPr>
        </p:nvSpPr>
        <p:spPr>
          <a:xfrm>
            <a:off x="55598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7" name="Google Shape;507;p25"/>
          <p:cNvSpPr txBox="1"/>
          <p:nvPr>
            <p:ph idx="28" type="body"/>
          </p:nvPr>
        </p:nvSpPr>
        <p:spPr>
          <a:xfrm>
            <a:off x="7339713"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8" name="Google Shape;508;p25"/>
          <p:cNvSpPr txBox="1"/>
          <p:nvPr>
            <p:ph idx="29" type="body"/>
          </p:nvPr>
        </p:nvSpPr>
        <p:spPr>
          <a:xfrm>
            <a:off x="223519"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9" name="Google Shape;509;p25"/>
          <p:cNvSpPr txBox="1"/>
          <p:nvPr>
            <p:ph idx="30" type="body"/>
          </p:nvPr>
        </p:nvSpPr>
        <p:spPr>
          <a:xfrm>
            <a:off x="200365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0" name="Google Shape;510;p25"/>
          <p:cNvSpPr txBox="1"/>
          <p:nvPr>
            <p:ph idx="31" type="body"/>
          </p:nvPr>
        </p:nvSpPr>
        <p:spPr>
          <a:xfrm>
            <a:off x="3779701"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1" name="Google Shape;511;p25"/>
          <p:cNvSpPr txBox="1"/>
          <p:nvPr>
            <p:ph idx="32" type="body"/>
          </p:nvPr>
        </p:nvSpPr>
        <p:spPr>
          <a:xfrm>
            <a:off x="5556800"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2" name="Google Shape;512;p25"/>
          <p:cNvSpPr txBox="1"/>
          <p:nvPr>
            <p:ph idx="33" type="body"/>
          </p:nvPr>
        </p:nvSpPr>
        <p:spPr>
          <a:xfrm>
            <a:off x="733662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3" name="Shape 513"/>
        <p:cNvGrpSpPr/>
        <p:nvPr/>
      </p:nvGrpSpPr>
      <p:grpSpPr>
        <a:xfrm>
          <a:off x="0" y="0"/>
          <a:ext cx="0" cy="0"/>
          <a:chOff x="0" y="0"/>
          <a:chExt cx="0" cy="0"/>
        </a:xfrm>
      </p:grpSpPr>
      <p:sp>
        <p:nvSpPr>
          <p:cNvPr id="514" name="Google Shape;5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5" name="Google Shape;5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6" name="Shape 516"/>
        <p:cNvGrpSpPr/>
        <p:nvPr/>
      </p:nvGrpSpPr>
      <p:grpSpPr>
        <a:xfrm>
          <a:off x="0" y="0"/>
          <a:ext cx="0" cy="0"/>
          <a:chOff x="0" y="0"/>
          <a:chExt cx="0" cy="0"/>
        </a:xfrm>
      </p:grpSpPr>
      <p:sp>
        <p:nvSpPr>
          <p:cNvPr id="517" name="Google Shape;517;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8" name="Shape 518"/>
        <p:cNvGrpSpPr/>
        <p:nvPr/>
      </p:nvGrpSpPr>
      <p:grpSpPr>
        <a:xfrm>
          <a:off x="0" y="0"/>
          <a:ext cx="0" cy="0"/>
          <a:chOff x="0" y="0"/>
          <a:chExt cx="0" cy="0"/>
        </a:xfrm>
      </p:grpSpPr>
      <p:sp>
        <p:nvSpPr>
          <p:cNvPr id="519" name="Google Shape;5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0" name="Google Shape;5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21" name="Shape 521"/>
        <p:cNvGrpSpPr/>
        <p:nvPr/>
      </p:nvGrpSpPr>
      <p:grpSpPr>
        <a:xfrm>
          <a:off x="0" y="0"/>
          <a:ext cx="0" cy="0"/>
          <a:chOff x="0" y="0"/>
          <a:chExt cx="0" cy="0"/>
        </a:xfrm>
      </p:grpSpPr>
      <p:sp>
        <p:nvSpPr>
          <p:cNvPr id="522" name="Google Shape;522;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3" name="Google Shape;523;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4" name="Google Shape;524;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5" name="Shape 525"/>
        <p:cNvGrpSpPr/>
        <p:nvPr/>
      </p:nvGrpSpPr>
      <p:grpSpPr>
        <a:xfrm>
          <a:off x="0" y="0"/>
          <a:ext cx="0" cy="0"/>
          <a:chOff x="0" y="0"/>
          <a:chExt cx="0" cy="0"/>
        </a:xfrm>
      </p:grpSpPr>
      <p:sp>
        <p:nvSpPr>
          <p:cNvPr id="526" name="Google Shape;52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7" name="Shape 527"/>
        <p:cNvGrpSpPr/>
        <p:nvPr/>
      </p:nvGrpSpPr>
      <p:grpSpPr>
        <a:xfrm>
          <a:off x="0" y="0"/>
          <a:ext cx="0" cy="0"/>
          <a:chOff x="0" y="0"/>
          <a:chExt cx="0" cy="0"/>
        </a:xfrm>
      </p:grpSpPr>
      <p:sp>
        <p:nvSpPr>
          <p:cNvPr id="528" name="Google Shape;528;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9" name="Google Shape;52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0" name="Shape 530"/>
        <p:cNvGrpSpPr/>
        <p:nvPr/>
      </p:nvGrpSpPr>
      <p:grpSpPr>
        <a:xfrm>
          <a:off x="0" y="0"/>
          <a:ext cx="0" cy="0"/>
          <a:chOff x="0" y="0"/>
          <a:chExt cx="0" cy="0"/>
        </a:xfrm>
      </p:grpSpPr>
      <p:sp>
        <p:nvSpPr>
          <p:cNvPr id="531" name="Google Shape;531;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2" name="Shape 532"/>
        <p:cNvGrpSpPr/>
        <p:nvPr/>
      </p:nvGrpSpPr>
      <p:grpSpPr>
        <a:xfrm>
          <a:off x="0" y="0"/>
          <a:ext cx="0" cy="0"/>
          <a:chOff x="0" y="0"/>
          <a:chExt cx="0" cy="0"/>
        </a:xfrm>
      </p:grpSpPr>
      <p:sp>
        <p:nvSpPr>
          <p:cNvPr id="533" name="Google Shape;533;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4" name="Google Shape;534;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5" name="Google Shape;535;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6" name="Shape 536"/>
        <p:cNvGrpSpPr/>
        <p:nvPr/>
      </p:nvGrpSpPr>
      <p:grpSpPr>
        <a:xfrm>
          <a:off x="0" y="0"/>
          <a:ext cx="0" cy="0"/>
          <a:chOff x="0" y="0"/>
          <a:chExt cx="0" cy="0"/>
        </a:xfrm>
      </p:grpSpPr>
      <p:sp>
        <p:nvSpPr>
          <p:cNvPr id="537" name="Google Shape;537;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8" name="Shape 538"/>
        <p:cNvGrpSpPr/>
        <p:nvPr/>
      </p:nvGrpSpPr>
      <p:grpSpPr>
        <a:xfrm>
          <a:off x="0" y="0"/>
          <a:ext cx="0" cy="0"/>
          <a:chOff x="0" y="0"/>
          <a:chExt cx="0" cy="0"/>
        </a:xfrm>
      </p:grpSpPr>
      <p:sp>
        <p:nvSpPr>
          <p:cNvPr id="539" name="Google Shape;53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0" name="Google Shape;54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1" name="Shape 541"/>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2" name="Shape 542"/>
        <p:cNvGrpSpPr/>
        <p:nvPr/>
      </p:nvGrpSpPr>
      <p:grpSpPr>
        <a:xfrm>
          <a:off x="0" y="0"/>
          <a:ext cx="0" cy="0"/>
          <a:chOff x="0" y="0"/>
          <a:chExt cx="0" cy="0"/>
        </a:xfrm>
      </p:grpSpPr>
      <p:sp>
        <p:nvSpPr>
          <p:cNvPr id="543" name="Google Shape;543;p37"/>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44" name="Google Shape;544;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5" name="Google Shape;545;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6" name="Google Shape;546;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7" name="Google Shape;547;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8" name="Google Shape;548;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9" name="Google Shape;549;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0" name="Shape 550"/>
        <p:cNvGrpSpPr/>
        <p:nvPr/>
      </p:nvGrpSpPr>
      <p:grpSpPr>
        <a:xfrm>
          <a:off x="0" y="0"/>
          <a:ext cx="0" cy="0"/>
          <a:chOff x="0" y="0"/>
          <a:chExt cx="0" cy="0"/>
        </a:xfrm>
      </p:grpSpPr>
      <p:sp>
        <p:nvSpPr>
          <p:cNvPr id="551" name="Google Shape;551;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52" name="Google Shape;552;p38"/>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3" name="Google Shape;553;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54" name="Shape 554"/>
        <p:cNvGrpSpPr/>
        <p:nvPr/>
      </p:nvGrpSpPr>
      <p:grpSpPr>
        <a:xfrm>
          <a:off x="0" y="0"/>
          <a:ext cx="0" cy="0"/>
          <a:chOff x="0" y="0"/>
          <a:chExt cx="0" cy="0"/>
        </a:xfrm>
      </p:grpSpPr>
      <p:sp>
        <p:nvSpPr>
          <p:cNvPr id="555" name="Google Shape;555;p3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6" name="Google Shape;556;p39"/>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7" name="Google Shape;557;p39"/>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8" name="Google Shape;558;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9" name="Google Shape;559;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0" name="Shape 560"/>
        <p:cNvGrpSpPr/>
        <p:nvPr/>
      </p:nvGrpSpPr>
      <p:grpSpPr>
        <a:xfrm>
          <a:off x="0" y="0"/>
          <a:ext cx="0" cy="0"/>
          <a:chOff x="0" y="0"/>
          <a:chExt cx="0" cy="0"/>
        </a:xfrm>
      </p:grpSpPr>
      <p:sp>
        <p:nvSpPr>
          <p:cNvPr id="561" name="Google Shape;561;p40"/>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2" name="Google Shape;562;p40"/>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3" name="Google Shape;563;p4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4" name="Google Shape;564;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5" name="Google Shape;565;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6" name="Google Shape;566;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7" name="Google Shape;567;p40"/>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68" name="Shape 568"/>
        <p:cNvGrpSpPr/>
        <p:nvPr/>
      </p:nvGrpSpPr>
      <p:grpSpPr>
        <a:xfrm>
          <a:off x="0" y="0"/>
          <a:ext cx="0" cy="0"/>
          <a:chOff x="0" y="0"/>
          <a:chExt cx="0" cy="0"/>
        </a:xfrm>
      </p:grpSpPr>
      <p:sp>
        <p:nvSpPr>
          <p:cNvPr id="569" name="Google Shape;569;p41"/>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0" name="Google Shape;570;p41"/>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1" name="Google Shape;571;p41"/>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2" name="Google Shape;572;p41"/>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3" name="Google Shape;573;p4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4" name="Google Shape;574;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5" name="Google Shape;575;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6" name="Google Shape;576;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7" name="Google Shape;577;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78" name="Shape 578"/>
        <p:cNvGrpSpPr/>
        <p:nvPr/>
      </p:nvGrpSpPr>
      <p:grpSpPr>
        <a:xfrm>
          <a:off x="0" y="0"/>
          <a:ext cx="0" cy="0"/>
          <a:chOff x="0" y="0"/>
          <a:chExt cx="0" cy="0"/>
        </a:xfrm>
      </p:grpSpPr>
      <p:sp>
        <p:nvSpPr>
          <p:cNvPr id="579" name="Google Shape;579;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0" name="Google Shape;580;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1" name="Shape 581"/>
        <p:cNvGrpSpPr/>
        <p:nvPr/>
      </p:nvGrpSpPr>
      <p:grpSpPr>
        <a:xfrm>
          <a:off x="0" y="0"/>
          <a:ext cx="0" cy="0"/>
          <a:chOff x="0" y="0"/>
          <a:chExt cx="0" cy="0"/>
        </a:xfrm>
      </p:grpSpPr>
      <p:sp>
        <p:nvSpPr>
          <p:cNvPr id="582" name="Google Shape;582;p43"/>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3" name="Google Shape;583;p43"/>
          <p:cNvSpPr/>
          <p:nvPr>
            <p:ph idx="2" type="pic"/>
          </p:nvPr>
        </p:nvSpPr>
        <p:spPr>
          <a:xfrm>
            <a:off x="4804825" y="1133300"/>
            <a:ext cx="4027500" cy="2392800"/>
          </a:xfrm>
          <a:prstGeom prst="rect">
            <a:avLst/>
          </a:prstGeom>
          <a:noFill/>
          <a:ln>
            <a:noFill/>
          </a:ln>
        </p:spPr>
      </p:sp>
      <p:sp>
        <p:nvSpPr>
          <p:cNvPr id="584" name="Google Shape;584;p43"/>
          <p:cNvSpPr/>
          <p:nvPr>
            <p:ph idx="3" type="pic"/>
          </p:nvPr>
        </p:nvSpPr>
        <p:spPr>
          <a:xfrm>
            <a:off x="311725" y="1133300"/>
            <a:ext cx="4027500" cy="2392800"/>
          </a:xfrm>
          <a:prstGeom prst="rect">
            <a:avLst/>
          </a:prstGeom>
          <a:noFill/>
          <a:ln>
            <a:noFill/>
          </a:ln>
        </p:spPr>
      </p:sp>
      <p:sp>
        <p:nvSpPr>
          <p:cNvPr id="585" name="Google Shape;585;p43"/>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6" name="Google Shape;586;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7" name="Google Shape;587;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 name="Google Shape;588;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89" name="Shape 589"/>
        <p:cNvGrpSpPr/>
        <p:nvPr/>
      </p:nvGrpSpPr>
      <p:grpSpPr>
        <a:xfrm>
          <a:off x="0" y="0"/>
          <a:ext cx="0" cy="0"/>
          <a:chOff x="0" y="0"/>
          <a:chExt cx="0" cy="0"/>
        </a:xfrm>
      </p:grpSpPr>
      <p:sp>
        <p:nvSpPr>
          <p:cNvPr id="590" name="Google Shape;590;p44"/>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1" name="Google Shape;591;p44"/>
          <p:cNvSpPr/>
          <p:nvPr>
            <p:ph idx="2" type="pic"/>
          </p:nvPr>
        </p:nvSpPr>
        <p:spPr>
          <a:xfrm>
            <a:off x="6205225" y="1128325"/>
            <a:ext cx="2627100" cy="2273100"/>
          </a:xfrm>
          <a:prstGeom prst="rect">
            <a:avLst/>
          </a:prstGeom>
          <a:noFill/>
          <a:ln>
            <a:noFill/>
          </a:ln>
        </p:spPr>
      </p:sp>
      <p:sp>
        <p:nvSpPr>
          <p:cNvPr id="592" name="Google Shape;592;p44"/>
          <p:cNvSpPr/>
          <p:nvPr>
            <p:ph idx="3" type="pic"/>
          </p:nvPr>
        </p:nvSpPr>
        <p:spPr>
          <a:xfrm>
            <a:off x="311725" y="1128325"/>
            <a:ext cx="2627100" cy="2273100"/>
          </a:xfrm>
          <a:prstGeom prst="rect">
            <a:avLst/>
          </a:prstGeom>
          <a:noFill/>
          <a:ln>
            <a:noFill/>
          </a:ln>
        </p:spPr>
      </p:sp>
      <p:sp>
        <p:nvSpPr>
          <p:cNvPr id="593" name="Google Shape;593;p44"/>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4" name="Google Shape;594;p44"/>
          <p:cNvSpPr/>
          <p:nvPr>
            <p:ph idx="5" type="pic"/>
          </p:nvPr>
        </p:nvSpPr>
        <p:spPr>
          <a:xfrm>
            <a:off x="3255250" y="1128325"/>
            <a:ext cx="2627100" cy="2273100"/>
          </a:xfrm>
          <a:prstGeom prst="rect">
            <a:avLst/>
          </a:prstGeom>
          <a:noFill/>
          <a:ln>
            <a:noFill/>
          </a:ln>
        </p:spPr>
      </p:sp>
      <p:sp>
        <p:nvSpPr>
          <p:cNvPr id="595" name="Google Shape;595;p44"/>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6" name="Google Shape;596;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97" name="Google Shape;597;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8" name="Google Shape;598;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9" name="Google Shape;599;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0" name="Shape 600"/>
        <p:cNvGrpSpPr/>
        <p:nvPr/>
      </p:nvGrpSpPr>
      <p:grpSpPr>
        <a:xfrm>
          <a:off x="0" y="0"/>
          <a:ext cx="0" cy="0"/>
          <a:chOff x="0" y="0"/>
          <a:chExt cx="0" cy="0"/>
        </a:xfrm>
      </p:grpSpPr>
      <p:sp>
        <p:nvSpPr>
          <p:cNvPr id="601" name="Google Shape;601;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02" name="Shape 602"/>
        <p:cNvGrpSpPr/>
        <p:nvPr/>
      </p:nvGrpSpPr>
      <p:grpSpPr>
        <a:xfrm>
          <a:off x="0" y="0"/>
          <a:ext cx="0" cy="0"/>
          <a:chOff x="0" y="0"/>
          <a:chExt cx="0" cy="0"/>
        </a:xfrm>
      </p:grpSpPr>
      <p:sp>
        <p:nvSpPr>
          <p:cNvPr id="603" name="Google Shape;603;p46"/>
          <p:cNvSpPr/>
          <p:nvPr>
            <p:ph idx="2" type="pic"/>
          </p:nvPr>
        </p:nvSpPr>
        <p:spPr>
          <a:xfrm>
            <a:off x="3389600" y="118913"/>
            <a:ext cx="1643700" cy="1535100"/>
          </a:xfrm>
          <a:prstGeom prst="rect">
            <a:avLst/>
          </a:prstGeom>
          <a:noFill/>
          <a:ln>
            <a:noFill/>
          </a:ln>
        </p:spPr>
      </p:sp>
      <p:sp>
        <p:nvSpPr>
          <p:cNvPr id="604" name="Google Shape;604;p46"/>
          <p:cNvSpPr/>
          <p:nvPr>
            <p:ph idx="3" type="pic"/>
          </p:nvPr>
        </p:nvSpPr>
        <p:spPr>
          <a:xfrm>
            <a:off x="5195935" y="118913"/>
            <a:ext cx="1643700" cy="1535100"/>
          </a:xfrm>
          <a:prstGeom prst="rect">
            <a:avLst/>
          </a:prstGeom>
          <a:noFill/>
          <a:ln>
            <a:noFill/>
          </a:ln>
        </p:spPr>
      </p:sp>
      <p:sp>
        <p:nvSpPr>
          <p:cNvPr id="605" name="Google Shape;605;p46"/>
          <p:cNvSpPr/>
          <p:nvPr>
            <p:ph idx="4" type="pic"/>
          </p:nvPr>
        </p:nvSpPr>
        <p:spPr>
          <a:xfrm>
            <a:off x="7002270" y="118913"/>
            <a:ext cx="1643700" cy="1535100"/>
          </a:xfrm>
          <a:prstGeom prst="rect">
            <a:avLst/>
          </a:prstGeom>
          <a:noFill/>
          <a:ln>
            <a:noFill/>
          </a:ln>
        </p:spPr>
      </p:sp>
      <p:sp>
        <p:nvSpPr>
          <p:cNvPr id="606" name="Google Shape;606;p46"/>
          <p:cNvSpPr/>
          <p:nvPr>
            <p:ph idx="5" type="pic"/>
          </p:nvPr>
        </p:nvSpPr>
        <p:spPr>
          <a:xfrm>
            <a:off x="3389588" y="1804212"/>
            <a:ext cx="1643700" cy="1535100"/>
          </a:xfrm>
          <a:prstGeom prst="rect">
            <a:avLst/>
          </a:prstGeom>
          <a:noFill/>
          <a:ln>
            <a:noFill/>
          </a:ln>
        </p:spPr>
      </p:sp>
      <p:sp>
        <p:nvSpPr>
          <p:cNvPr id="607" name="Google Shape;607;p46"/>
          <p:cNvSpPr/>
          <p:nvPr>
            <p:ph idx="6" type="pic"/>
          </p:nvPr>
        </p:nvSpPr>
        <p:spPr>
          <a:xfrm>
            <a:off x="5195922" y="1804212"/>
            <a:ext cx="1643700" cy="1535100"/>
          </a:xfrm>
          <a:prstGeom prst="rect">
            <a:avLst/>
          </a:prstGeom>
          <a:noFill/>
          <a:ln>
            <a:noFill/>
          </a:ln>
        </p:spPr>
      </p:sp>
      <p:sp>
        <p:nvSpPr>
          <p:cNvPr id="608" name="Google Shape;608;p46"/>
          <p:cNvSpPr/>
          <p:nvPr>
            <p:ph idx="7" type="pic"/>
          </p:nvPr>
        </p:nvSpPr>
        <p:spPr>
          <a:xfrm>
            <a:off x="7002257" y="1804212"/>
            <a:ext cx="1643700" cy="1535100"/>
          </a:xfrm>
          <a:prstGeom prst="rect">
            <a:avLst/>
          </a:prstGeom>
          <a:noFill/>
          <a:ln>
            <a:noFill/>
          </a:ln>
        </p:spPr>
      </p:sp>
      <p:sp>
        <p:nvSpPr>
          <p:cNvPr id="609" name="Google Shape;609;p4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10" name="Google Shape;610;p46"/>
          <p:cNvSpPr/>
          <p:nvPr>
            <p:ph idx="8" type="pic"/>
          </p:nvPr>
        </p:nvSpPr>
        <p:spPr>
          <a:xfrm>
            <a:off x="3389588" y="3489487"/>
            <a:ext cx="1643700" cy="1535100"/>
          </a:xfrm>
          <a:prstGeom prst="rect">
            <a:avLst/>
          </a:prstGeom>
          <a:noFill/>
          <a:ln>
            <a:noFill/>
          </a:ln>
        </p:spPr>
      </p:sp>
      <p:sp>
        <p:nvSpPr>
          <p:cNvPr id="611" name="Google Shape;611;p46"/>
          <p:cNvSpPr/>
          <p:nvPr>
            <p:ph idx="9" type="pic"/>
          </p:nvPr>
        </p:nvSpPr>
        <p:spPr>
          <a:xfrm>
            <a:off x="5195922" y="3489487"/>
            <a:ext cx="1643700" cy="1535100"/>
          </a:xfrm>
          <a:prstGeom prst="rect">
            <a:avLst/>
          </a:prstGeom>
          <a:noFill/>
          <a:ln>
            <a:noFill/>
          </a:ln>
        </p:spPr>
      </p:sp>
      <p:sp>
        <p:nvSpPr>
          <p:cNvPr id="612" name="Google Shape;612;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indent="-292100" lvl="1" marL="914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indent="-292100" lvl="2" marL="1371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indent="-292100" lvl="3" marL="1828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indent="-292100" lvl="4" marL="22860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indent="-292100" lvl="5" marL="2743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indent="-292100" lvl="6" marL="3200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indent="-292100" lvl="7" marL="3657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indent="-292100" lvl="8" marL="4114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hyperlink" Target="http://dibimbing.i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kaggle.com/datasets/hassanelfattmi/why-do-customers-leave-can-you-spot-the-churners?select=Status_Analysis.csv" TargetMode="Externa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hyperlink" Target="https://www.linkedin.com/in/adhima-wahid-nugroho-424799118/" TargetMode="External"/><Relationship Id="rId4" Type="http://schemas.openxmlformats.org/officeDocument/2006/relationships/hyperlink" Target="https://github.com/adimawahid94-debu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47"/>
          <p:cNvSpPr txBox="1"/>
          <p:nvPr>
            <p:ph idx="1" type="body"/>
          </p:nvPr>
        </p:nvSpPr>
        <p:spPr>
          <a:xfrm>
            <a:off x="575450" y="4387200"/>
            <a:ext cx="2919600" cy="354300"/>
          </a:xfrm>
          <a:prstGeom prst="rect">
            <a:avLst/>
          </a:prstGeom>
        </p:spPr>
        <p:txBody>
          <a:bodyPr anchorCtr="0" anchor="t" bIns="91425" lIns="0" spcFirstLastPara="1" rIns="0" wrap="square" tIns="0">
            <a:noAutofit/>
          </a:bodyPr>
          <a:lstStyle/>
          <a:p>
            <a:pPr indent="0" lvl="0" marL="0" rtl="0" algn="ctr">
              <a:spcBef>
                <a:spcPts val="0"/>
              </a:spcBef>
              <a:spcAft>
                <a:spcPts val="0"/>
              </a:spcAft>
              <a:buNone/>
            </a:pPr>
            <a:r>
              <a:rPr lang="en" sz="1400">
                <a:latin typeface="Times New Roman"/>
                <a:ea typeface="Times New Roman"/>
                <a:cs typeface="Times New Roman"/>
                <a:sym typeface="Times New Roman"/>
              </a:rPr>
              <a:t>Data Analyst and Data Scientist Batch 37 +</a:t>
            </a:r>
            <a:endParaRPr sz="1400">
              <a:latin typeface="Times New Roman"/>
              <a:ea typeface="Times New Roman"/>
              <a:cs typeface="Times New Roman"/>
              <a:sym typeface="Times New Roman"/>
            </a:endParaRPr>
          </a:p>
        </p:txBody>
      </p:sp>
      <p:sp>
        <p:nvSpPr>
          <p:cNvPr id="618" name="Google Shape;618;p47"/>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Introduction</a:t>
            </a:r>
            <a:endParaRPr/>
          </a:p>
        </p:txBody>
      </p:sp>
      <p:sp>
        <p:nvSpPr>
          <p:cNvPr id="619" name="Google Shape;619;p47"/>
          <p:cNvSpPr txBox="1"/>
          <p:nvPr>
            <p:ph idx="3" type="subTitle"/>
          </p:nvPr>
        </p:nvSpPr>
        <p:spPr>
          <a:xfrm>
            <a:off x="7310513" y="4387200"/>
            <a:ext cx="1501200" cy="18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sz="1400"/>
              <a:t>DiBimbing.id</a:t>
            </a:r>
            <a:endParaRPr sz="1400"/>
          </a:p>
        </p:txBody>
      </p:sp>
      <p:pic>
        <p:nvPicPr>
          <p:cNvPr id="620" name="Google Shape;620;p47" title="WhatsApp Image 2026-01-09 at 22.59.02.jpeg"/>
          <p:cNvPicPr preferRelativeResize="0"/>
          <p:nvPr/>
        </p:nvPicPr>
        <p:blipFill>
          <a:blip r:embed="rId3">
            <a:alphaModFix/>
          </a:blip>
          <a:stretch>
            <a:fillRect/>
          </a:stretch>
        </p:blipFill>
        <p:spPr>
          <a:xfrm>
            <a:off x="454624" y="825125"/>
            <a:ext cx="4117368" cy="2743199"/>
          </a:xfrm>
          <a:prstGeom prst="rect">
            <a:avLst/>
          </a:prstGeom>
          <a:noFill/>
          <a:ln>
            <a:noFill/>
          </a:ln>
        </p:spPr>
      </p:pic>
      <p:sp>
        <p:nvSpPr>
          <p:cNvPr id="621" name="Google Shape;621;p47"/>
          <p:cNvSpPr txBox="1"/>
          <p:nvPr/>
        </p:nvSpPr>
        <p:spPr>
          <a:xfrm>
            <a:off x="4791800" y="954600"/>
            <a:ext cx="35922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Halo.. Saya Adhima Wahid Nugroho, saat ini sebagai salah satu student Bootcamp di </a:t>
            </a:r>
            <a:r>
              <a:rPr lang="en" sz="1500" u="sng">
                <a:solidFill>
                  <a:schemeClr val="hlink"/>
                </a:solidFill>
                <a:latin typeface="Times New Roman"/>
                <a:ea typeface="Times New Roman"/>
                <a:cs typeface="Times New Roman"/>
                <a:sym typeface="Times New Roman"/>
                <a:hlinkClick r:id="rId4"/>
              </a:rPr>
              <a:t>DiBimbing.id</a:t>
            </a:r>
            <a:r>
              <a:rPr lang="en" sz="1500">
                <a:solidFill>
                  <a:schemeClr val="dk1"/>
                </a:solidFill>
                <a:latin typeface="Times New Roman"/>
                <a:ea typeface="Times New Roman"/>
                <a:cs typeface="Times New Roman"/>
                <a:sym typeface="Times New Roman"/>
              </a:rPr>
              <a:t> untuk Data Analyst dan Data Scientist. </a:t>
            </a:r>
            <a:r>
              <a:rPr lang="en" sz="1500">
                <a:solidFill>
                  <a:schemeClr val="dk1"/>
                </a:solidFill>
                <a:latin typeface="Times New Roman"/>
                <a:ea typeface="Times New Roman"/>
                <a:cs typeface="Times New Roman"/>
                <a:sym typeface="Times New Roman"/>
              </a:rPr>
              <a:t>Bergerak</a:t>
            </a:r>
            <a:r>
              <a:rPr lang="en" sz="1500">
                <a:solidFill>
                  <a:schemeClr val="dk1"/>
                </a:solidFill>
                <a:latin typeface="Times New Roman"/>
                <a:ea typeface="Times New Roman"/>
                <a:cs typeface="Times New Roman"/>
                <a:sym typeface="Times New Roman"/>
              </a:rPr>
              <a:t> di bidang Data pada kali ini kesempatan yang tepat, karena Data is the new Oil. I would like to </a:t>
            </a:r>
            <a:r>
              <a:rPr lang="en" sz="1500">
                <a:solidFill>
                  <a:schemeClr val="dk1"/>
                </a:solidFill>
                <a:latin typeface="Times New Roman"/>
                <a:ea typeface="Times New Roman"/>
                <a:cs typeface="Times New Roman"/>
                <a:sym typeface="Times New Roman"/>
              </a:rPr>
              <a:t>explore</a:t>
            </a:r>
            <a:r>
              <a:rPr lang="en" sz="1500">
                <a:solidFill>
                  <a:schemeClr val="dk1"/>
                </a:solidFill>
                <a:latin typeface="Times New Roman"/>
                <a:ea typeface="Times New Roman"/>
                <a:cs typeface="Times New Roman"/>
                <a:sym typeface="Times New Roman"/>
              </a:rPr>
              <a:t> those mine into impactable Action.</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8"/>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27" name="Google Shape;627;p48"/>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28" name="Google Shape;628;p48"/>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29" name="Google Shape;629;p48"/>
          <p:cNvSpPr txBox="1"/>
          <p:nvPr>
            <p:ph type="title"/>
          </p:nvPr>
        </p:nvSpPr>
        <p:spPr>
          <a:xfrm>
            <a:off x="593175" y="486000"/>
            <a:ext cx="7916400" cy="2743200"/>
          </a:xfrm>
          <a:prstGeom prst="rect">
            <a:avLst/>
          </a:prstGeom>
        </p:spPr>
        <p:txBody>
          <a:bodyPr anchorCtr="0" anchor="b" bIns="0" lIns="0" spcFirstLastPara="1" rIns="0" wrap="square" tIns="0">
            <a:noAutofit/>
          </a:bodyPr>
          <a:lstStyle/>
          <a:p>
            <a:pPr indent="0" lvl="0" marL="0" rtl="0" algn="ctr">
              <a:lnSpc>
                <a:spcPct val="80000"/>
              </a:lnSpc>
              <a:spcBef>
                <a:spcPts val="0"/>
              </a:spcBef>
              <a:spcAft>
                <a:spcPts val="0"/>
              </a:spcAft>
              <a:buSzPts val="8000"/>
              <a:buNone/>
            </a:pPr>
            <a:r>
              <a:rPr b="1" lang="en" sz="4000">
                <a:latin typeface="Arial"/>
                <a:ea typeface="Arial"/>
                <a:cs typeface="Arial"/>
                <a:sym typeface="Arial"/>
              </a:rPr>
              <a:t>Strategi Retensi Pelanggan: Prediksi Churn Berbasis Data untuk Industri Telco</a:t>
            </a:r>
            <a:r>
              <a:rPr lang="en" sz="4000">
                <a:latin typeface="Arial"/>
                <a:ea typeface="Arial"/>
                <a:cs typeface="Arial"/>
                <a:sym typeface="Arial"/>
              </a:rPr>
              <a:t>.</a:t>
            </a:r>
            <a:endParaRPr sz="4000"/>
          </a:p>
        </p:txBody>
      </p:sp>
      <p:sp>
        <p:nvSpPr>
          <p:cNvPr id="630" name="Google Shape;630;p48"/>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p>
            <a:pPr indent="0" lvl="0" marL="0" rtl="0" algn="l">
              <a:lnSpc>
                <a:spcPct val="100000"/>
              </a:lnSpc>
              <a:spcBef>
                <a:spcPts val="0"/>
              </a:spcBef>
              <a:spcAft>
                <a:spcPts val="0"/>
              </a:spcAft>
              <a:buClr>
                <a:schemeClr val="dk1"/>
              </a:buClr>
              <a:buSzPts val="1000"/>
              <a:buFont typeface="Arial"/>
              <a:buNone/>
            </a:pPr>
            <a:r>
              <a:rPr lang="en" sz="1500"/>
              <a:t>Adhima Wahid Nugroho</a:t>
            </a:r>
            <a:endParaRPr sz="1500"/>
          </a:p>
        </p:txBody>
      </p:sp>
      <p:sp>
        <p:nvSpPr>
          <p:cNvPr id="631" name="Google Shape;631;p48"/>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p>
            <a:pPr indent="0" lvl="0" marL="0" rtl="0" algn="ctr">
              <a:lnSpc>
                <a:spcPct val="115000"/>
              </a:lnSpc>
              <a:spcBef>
                <a:spcPts val="0"/>
              </a:spcBef>
              <a:spcAft>
                <a:spcPts val="0"/>
              </a:spcAft>
              <a:buSzPts val="1200"/>
              <a:buNone/>
            </a:pPr>
            <a:r>
              <a:rPr lang="en"/>
              <a:t>DiBimbing.id</a:t>
            </a:r>
            <a:endParaRPr/>
          </a:p>
        </p:txBody>
      </p:sp>
      <p:sp>
        <p:nvSpPr>
          <p:cNvPr id="632" name="Google Shape;632;p48"/>
          <p:cNvSpPr txBox="1"/>
          <p:nvPr>
            <p:ph idx="3" type="subTitle"/>
          </p:nvPr>
        </p:nvSpPr>
        <p:spPr>
          <a:xfrm>
            <a:off x="5539488" y="4387200"/>
            <a:ext cx="1501200" cy="183600"/>
          </a:xfrm>
          <a:prstGeom prst="rect">
            <a:avLst/>
          </a:prstGeom>
        </p:spPr>
        <p:txBody>
          <a:bodyPr anchorCtr="0" anchor="ctr" bIns="0" lIns="0" spcFirstLastPara="1" rIns="0" wrap="square" tIns="0">
            <a:noAutofit/>
          </a:bodyPr>
          <a:lstStyle/>
          <a:p>
            <a:pPr indent="0" lvl="0" marL="0" rtl="0" algn="r">
              <a:lnSpc>
                <a:spcPct val="115000"/>
              </a:lnSpc>
              <a:spcBef>
                <a:spcPts val="0"/>
              </a:spcBef>
              <a:spcAft>
                <a:spcPts val="0"/>
              </a:spcAft>
              <a:buSzPts val="1200"/>
              <a:buNone/>
            </a:pPr>
            <a:r>
              <a:rPr lang="en" sz="1500"/>
              <a:t>2026</a:t>
            </a:r>
            <a:endParaRPr sz="1500"/>
          </a:p>
        </p:txBody>
      </p:sp>
      <p:sp>
        <p:nvSpPr>
          <p:cNvPr id="633" name="Google Shape;633;p48"/>
          <p:cNvSpPr txBox="1"/>
          <p:nvPr>
            <p:ph idx="4" type="subTitle"/>
          </p:nvPr>
        </p:nvSpPr>
        <p:spPr>
          <a:xfrm>
            <a:off x="7040700" y="4387200"/>
            <a:ext cx="1501200" cy="183600"/>
          </a:xfrm>
          <a:prstGeom prst="rect">
            <a:avLst/>
          </a:prstGeom>
        </p:spPr>
        <p:txBody>
          <a:bodyPr anchorCtr="0" anchor="ctr" bIns="0" lIns="0" spcFirstLastPara="1" rIns="0" wrap="square" tIns="0">
            <a:noAutofit/>
          </a:bodyPr>
          <a:lstStyle/>
          <a:p>
            <a:pPr indent="0" lvl="0" marL="0" rtl="0" algn="r">
              <a:lnSpc>
                <a:spcPct val="115000"/>
              </a:lnSpc>
              <a:spcBef>
                <a:spcPts val="0"/>
              </a:spcBef>
              <a:spcAft>
                <a:spcPts val="0"/>
              </a:spcAft>
              <a:buSzPts val="1200"/>
              <a:buNone/>
            </a:pPr>
            <a:r>
              <a:rPr lang="en" sz="1500"/>
              <a:t>DiBimbing.id</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9"/>
          <p:cNvSpPr/>
          <p:nvPr/>
        </p:nvSpPr>
        <p:spPr>
          <a:xfrm>
            <a:off x="3978263" y="2841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39" name="Google Shape;639;p49"/>
          <p:cNvSpPr/>
          <p:nvPr/>
        </p:nvSpPr>
        <p:spPr>
          <a:xfrm>
            <a:off x="2532938" y="2841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40" name="Google Shape;640;p49"/>
          <p:cNvSpPr/>
          <p:nvPr/>
        </p:nvSpPr>
        <p:spPr>
          <a:xfrm>
            <a:off x="1064637" y="2841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41" name="Google Shape;641;p49"/>
          <p:cNvSpPr txBox="1"/>
          <p:nvPr>
            <p:ph type="title"/>
          </p:nvPr>
        </p:nvSpPr>
        <p:spPr>
          <a:xfrm>
            <a:off x="745575" y="638400"/>
            <a:ext cx="7916400" cy="575700"/>
          </a:xfrm>
          <a:prstGeom prst="rect">
            <a:avLst/>
          </a:prstGeom>
        </p:spPr>
        <p:txBody>
          <a:bodyPr anchorCtr="0" anchor="b" bIns="0" lIns="0" spcFirstLastPara="1" rIns="0" wrap="square" tIns="0">
            <a:noAutofit/>
          </a:bodyPr>
          <a:lstStyle/>
          <a:p>
            <a:pPr indent="0" lvl="0" marL="0" rtl="0" algn="ctr">
              <a:lnSpc>
                <a:spcPct val="80000"/>
              </a:lnSpc>
              <a:spcBef>
                <a:spcPts val="0"/>
              </a:spcBef>
              <a:spcAft>
                <a:spcPts val="0"/>
              </a:spcAft>
              <a:buSzPts val="8000"/>
              <a:buNone/>
            </a:pPr>
            <a:r>
              <a:rPr b="1" lang="en" sz="2500">
                <a:latin typeface="Arial"/>
                <a:ea typeface="Arial"/>
                <a:cs typeface="Arial"/>
                <a:sym typeface="Arial"/>
              </a:rPr>
              <a:t>Dataset Overview</a:t>
            </a:r>
            <a:endParaRPr sz="2500"/>
          </a:p>
        </p:txBody>
      </p:sp>
      <p:sp>
        <p:nvSpPr>
          <p:cNvPr id="642" name="Google Shape;642;p49"/>
          <p:cNvSpPr txBox="1"/>
          <p:nvPr>
            <p:ph idx="1" type="body"/>
          </p:nvPr>
        </p:nvSpPr>
        <p:spPr>
          <a:xfrm>
            <a:off x="727838" y="4539600"/>
            <a:ext cx="2919600" cy="648000"/>
          </a:xfrm>
          <a:prstGeom prst="rect">
            <a:avLst/>
          </a:prstGeom>
        </p:spPr>
        <p:txBody>
          <a:bodyPr anchorCtr="0" anchor="t" bIns="91425" lIns="0" spcFirstLastPara="1" rIns="0" wrap="square" tIns="0">
            <a:normAutofit/>
          </a:bodyPr>
          <a:lstStyle/>
          <a:p>
            <a:pPr indent="0" lvl="0" marL="0" rtl="0" algn="l">
              <a:lnSpc>
                <a:spcPct val="100000"/>
              </a:lnSpc>
              <a:spcBef>
                <a:spcPts val="0"/>
              </a:spcBef>
              <a:spcAft>
                <a:spcPts val="0"/>
              </a:spcAft>
              <a:buClr>
                <a:schemeClr val="dk1"/>
              </a:buClr>
              <a:buSzPts val="1000"/>
              <a:buFont typeface="Arial"/>
              <a:buNone/>
            </a:pPr>
            <a:r>
              <a:rPr lang="en" sz="1500"/>
              <a:t>Adhima Wahid Nugroho</a:t>
            </a:r>
            <a:endParaRPr sz="1500"/>
          </a:p>
        </p:txBody>
      </p:sp>
      <p:sp>
        <p:nvSpPr>
          <p:cNvPr id="643" name="Google Shape;643;p49"/>
          <p:cNvSpPr txBox="1"/>
          <p:nvPr>
            <p:ph idx="2" type="subTitle"/>
          </p:nvPr>
        </p:nvSpPr>
        <p:spPr>
          <a:xfrm>
            <a:off x="1437038" y="367200"/>
            <a:ext cx="1501200" cy="183600"/>
          </a:xfrm>
          <a:prstGeom prst="rect">
            <a:avLst/>
          </a:prstGeom>
        </p:spPr>
        <p:txBody>
          <a:bodyPr anchorCtr="0" anchor="ctr" bIns="0" lIns="0" spcFirstLastPara="1" rIns="0" wrap="square" tIns="0">
            <a:normAutofit/>
          </a:bodyPr>
          <a:lstStyle/>
          <a:p>
            <a:pPr indent="0" lvl="0" marL="0" rtl="0" algn="ctr">
              <a:lnSpc>
                <a:spcPct val="115000"/>
              </a:lnSpc>
              <a:spcBef>
                <a:spcPts val="0"/>
              </a:spcBef>
              <a:spcAft>
                <a:spcPts val="0"/>
              </a:spcAft>
              <a:buSzPts val="1200"/>
              <a:buNone/>
            </a:pPr>
            <a:r>
              <a:rPr lang="en"/>
              <a:t>Data Overview</a:t>
            </a:r>
            <a:endParaRPr/>
          </a:p>
        </p:txBody>
      </p:sp>
      <p:sp>
        <p:nvSpPr>
          <p:cNvPr id="644" name="Google Shape;644;p49"/>
          <p:cNvSpPr txBox="1"/>
          <p:nvPr>
            <p:ph idx="3" type="subTitle"/>
          </p:nvPr>
        </p:nvSpPr>
        <p:spPr>
          <a:xfrm>
            <a:off x="5691888" y="4539600"/>
            <a:ext cx="1501200" cy="183600"/>
          </a:xfrm>
          <a:prstGeom prst="rect">
            <a:avLst/>
          </a:prstGeom>
        </p:spPr>
        <p:txBody>
          <a:bodyPr anchorCtr="0" anchor="ctr" bIns="0" lIns="0" spcFirstLastPara="1" rIns="0" wrap="square" tIns="0">
            <a:noAutofit/>
          </a:bodyPr>
          <a:lstStyle/>
          <a:p>
            <a:pPr indent="0" lvl="0" marL="0" rtl="0" algn="r">
              <a:lnSpc>
                <a:spcPct val="115000"/>
              </a:lnSpc>
              <a:spcBef>
                <a:spcPts val="0"/>
              </a:spcBef>
              <a:spcAft>
                <a:spcPts val="0"/>
              </a:spcAft>
              <a:buSzPts val="1200"/>
              <a:buNone/>
            </a:pPr>
            <a:r>
              <a:rPr lang="en" sz="1500"/>
              <a:t>2026</a:t>
            </a:r>
            <a:endParaRPr sz="1500"/>
          </a:p>
        </p:txBody>
      </p:sp>
      <p:sp>
        <p:nvSpPr>
          <p:cNvPr id="645" name="Google Shape;645;p49"/>
          <p:cNvSpPr txBox="1"/>
          <p:nvPr>
            <p:ph idx="4" type="subTitle"/>
          </p:nvPr>
        </p:nvSpPr>
        <p:spPr>
          <a:xfrm>
            <a:off x="7193100" y="4539600"/>
            <a:ext cx="1501200" cy="183600"/>
          </a:xfrm>
          <a:prstGeom prst="rect">
            <a:avLst/>
          </a:prstGeom>
        </p:spPr>
        <p:txBody>
          <a:bodyPr anchorCtr="0" anchor="ctr" bIns="0" lIns="0" spcFirstLastPara="1" rIns="0" wrap="square" tIns="0">
            <a:noAutofit/>
          </a:bodyPr>
          <a:lstStyle/>
          <a:p>
            <a:pPr indent="0" lvl="0" marL="0" rtl="0" algn="r">
              <a:lnSpc>
                <a:spcPct val="115000"/>
              </a:lnSpc>
              <a:spcBef>
                <a:spcPts val="0"/>
              </a:spcBef>
              <a:spcAft>
                <a:spcPts val="0"/>
              </a:spcAft>
              <a:buSzPts val="1200"/>
              <a:buNone/>
            </a:pPr>
            <a:r>
              <a:rPr lang="en" sz="1500"/>
              <a:t>DiBimbing.id</a:t>
            </a:r>
            <a:endParaRPr sz="1500"/>
          </a:p>
        </p:txBody>
      </p:sp>
      <p:sp>
        <p:nvSpPr>
          <p:cNvPr id="646" name="Google Shape;646;p49"/>
          <p:cNvSpPr txBox="1"/>
          <p:nvPr/>
        </p:nvSpPr>
        <p:spPr>
          <a:xfrm>
            <a:off x="521125" y="1433100"/>
            <a:ext cx="3267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u="sng">
                <a:solidFill>
                  <a:schemeClr val="hlink"/>
                </a:solidFill>
                <a:highlight>
                  <a:srgbClr val="0000FF"/>
                </a:highlight>
                <a:latin typeface="Times New Roman"/>
                <a:ea typeface="Times New Roman"/>
                <a:cs typeface="Times New Roman"/>
                <a:sym typeface="Times New Roman"/>
                <a:hlinkClick r:id="rId3"/>
              </a:rPr>
              <a:t>Link Dataset Kaggle</a:t>
            </a:r>
            <a:endParaRPr sz="1500">
              <a:solidFill>
                <a:schemeClr val="dk1"/>
              </a:solidFill>
              <a:highlight>
                <a:srgbClr val="0000FF"/>
              </a:highlight>
              <a:latin typeface="Times New Roman"/>
              <a:ea typeface="Times New Roman"/>
              <a:cs typeface="Times New Roman"/>
              <a:sym typeface="Times New Roman"/>
            </a:endParaRPr>
          </a:p>
          <a:p>
            <a:pPr indent="0" lvl="0" marL="0" rtl="0" algn="l">
              <a:spcBef>
                <a:spcPts val="0"/>
              </a:spcBef>
              <a:spcAft>
                <a:spcPts val="0"/>
              </a:spcAft>
              <a:buNone/>
            </a:pPr>
            <a:r>
              <a:rPr lang="en" sz="1500">
                <a:solidFill>
                  <a:srgbClr val="1F1F1F"/>
                </a:solidFill>
                <a:highlight>
                  <a:srgbClr val="FFFFFF"/>
                </a:highlight>
                <a:latin typeface="Times New Roman"/>
                <a:ea typeface="Times New Roman"/>
                <a:cs typeface="Times New Roman"/>
                <a:sym typeface="Times New Roman"/>
              </a:rPr>
              <a:t>Total Baris: 7043, Total Kolom: 51</a:t>
            </a:r>
            <a:endParaRPr sz="1500">
              <a:solidFill>
                <a:srgbClr val="1F1F1F"/>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500">
                <a:solidFill>
                  <a:srgbClr val="1F1F1F"/>
                </a:solidFill>
                <a:highlight>
                  <a:srgbClr val="FFFFFF"/>
                </a:highlight>
                <a:latin typeface="Times New Roman"/>
                <a:ea typeface="Times New Roman"/>
                <a:cs typeface="Times New Roman"/>
                <a:sym typeface="Times New Roman"/>
              </a:rPr>
              <a:t>Kondisi Data: di ambil dari gabungan data yang bertujuan untuk dianalisis Prediksi Churn pada Industri Telco . </a:t>
            </a:r>
            <a:endParaRPr sz="1500">
              <a:solidFill>
                <a:srgbClr val="1F1F1F"/>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rgbClr val="1F1F1F"/>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highlight>
                <a:srgbClr val="0000FF"/>
              </a:highlight>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pic>
        <p:nvPicPr>
          <p:cNvPr id="647" name="Google Shape;647;p49" title="Screenshot 2026-02-14 215039.png"/>
          <p:cNvPicPr preferRelativeResize="0"/>
          <p:nvPr/>
        </p:nvPicPr>
        <p:blipFill>
          <a:blip r:embed="rId4">
            <a:alphaModFix/>
          </a:blip>
          <a:stretch>
            <a:fillRect/>
          </a:stretch>
        </p:blipFill>
        <p:spPr>
          <a:xfrm>
            <a:off x="3788775" y="1325475"/>
            <a:ext cx="5307450" cy="203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0"/>
          <p:cNvSpPr txBox="1"/>
          <p:nvPr>
            <p:ph idx="1" type="subTitle"/>
          </p:nvPr>
        </p:nvSpPr>
        <p:spPr>
          <a:xfrm>
            <a:off x="1224650" y="254300"/>
            <a:ext cx="1676700" cy="3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200"/>
              <a:buFont typeface="Arial"/>
              <a:buNone/>
            </a:pPr>
            <a:r>
              <a:rPr lang="en" sz="1500">
                <a:latin typeface="Times New Roman"/>
                <a:ea typeface="Times New Roman"/>
                <a:cs typeface="Times New Roman"/>
                <a:sym typeface="Times New Roman"/>
              </a:rPr>
              <a:t>Data Handling</a:t>
            </a:r>
            <a:endParaRPr sz="1500">
              <a:latin typeface="Times New Roman"/>
              <a:ea typeface="Times New Roman"/>
              <a:cs typeface="Times New Roman"/>
              <a:sym typeface="Times New Roman"/>
            </a:endParaRPr>
          </a:p>
          <a:p>
            <a:pPr indent="0" lvl="0" marL="0" rtl="0" algn="ctr">
              <a:lnSpc>
                <a:spcPct val="100000"/>
              </a:lnSpc>
              <a:spcBef>
                <a:spcPts val="0"/>
              </a:spcBef>
              <a:spcAft>
                <a:spcPts val="0"/>
              </a:spcAft>
              <a:buSzPts val="1200"/>
              <a:buNone/>
            </a:pPr>
            <a:r>
              <a:t/>
            </a:r>
            <a:endParaRPr sz="1500">
              <a:latin typeface="Times New Roman"/>
              <a:ea typeface="Times New Roman"/>
              <a:cs typeface="Times New Roman"/>
              <a:sym typeface="Times New Roman"/>
            </a:endParaRPr>
          </a:p>
        </p:txBody>
      </p:sp>
      <p:sp>
        <p:nvSpPr>
          <p:cNvPr id="653" name="Google Shape;653;p50"/>
          <p:cNvSpPr txBox="1"/>
          <p:nvPr>
            <p:ph type="title"/>
          </p:nvPr>
        </p:nvSpPr>
        <p:spPr>
          <a:xfrm>
            <a:off x="449700" y="765825"/>
            <a:ext cx="8244600" cy="779400"/>
          </a:xfrm>
          <a:prstGeom prst="rect">
            <a:avLst/>
          </a:prstGeom>
        </p:spPr>
        <p:txBody>
          <a:bodyPr anchorCtr="0" anchor="t" bIns="91425" lIns="91425" spcFirstLastPara="1" rIns="91425" wrap="square" tIns="91425">
            <a:noAutofit/>
          </a:bodyPr>
          <a:lstStyle/>
          <a:p>
            <a:pPr indent="0" lvl="0" marL="0" rtl="0" algn="ctr">
              <a:lnSpc>
                <a:spcPct val="135714"/>
              </a:lnSpc>
              <a:spcBef>
                <a:spcPts val="0"/>
              </a:spcBef>
              <a:spcAft>
                <a:spcPts val="0"/>
              </a:spcAft>
              <a:buClr>
                <a:schemeClr val="dk1"/>
              </a:buClr>
              <a:buSzPts val="1100"/>
              <a:buFont typeface="Arial"/>
              <a:buNone/>
            </a:pPr>
            <a:r>
              <a:rPr b="1" lang="en" sz="2500">
                <a:highlight>
                  <a:srgbClr val="FFFFFF"/>
                </a:highlight>
                <a:latin typeface="Arial"/>
                <a:ea typeface="Arial"/>
                <a:cs typeface="Arial"/>
                <a:sym typeface="Arial"/>
              </a:rPr>
              <a:t>Data Understanding &amp; Cleaning</a:t>
            </a:r>
            <a:endParaRPr b="1" sz="2500">
              <a:highlight>
                <a:srgbClr val="FFFFFF"/>
              </a:highlight>
              <a:latin typeface="Arial"/>
              <a:ea typeface="Arial"/>
              <a:cs typeface="Arial"/>
              <a:sym typeface="Arial"/>
            </a:endParaRPr>
          </a:p>
          <a:p>
            <a:pPr indent="0" lvl="0" marL="0" rtl="0" algn="l">
              <a:lnSpc>
                <a:spcPct val="100000"/>
              </a:lnSpc>
              <a:spcBef>
                <a:spcPts val="0"/>
              </a:spcBef>
              <a:spcAft>
                <a:spcPts val="0"/>
              </a:spcAft>
              <a:buSzPts val="2800"/>
              <a:buNone/>
            </a:pPr>
            <a:r>
              <a:t/>
            </a:r>
            <a:endParaRPr sz="2500">
              <a:latin typeface="Arial"/>
              <a:ea typeface="Arial"/>
              <a:cs typeface="Arial"/>
              <a:sym typeface="Arial"/>
            </a:endParaRPr>
          </a:p>
        </p:txBody>
      </p:sp>
      <p:cxnSp>
        <p:nvCxnSpPr>
          <p:cNvPr id="654" name="Google Shape;654;p50"/>
          <p:cNvCxnSpPr/>
          <p:nvPr/>
        </p:nvCxnSpPr>
        <p:spPr>
          <a:xfrm rot="10800000">
            <a:off x="593700" y="4137915"/>
            <a:ext cx="7948200" cy="0"/>
          </a:xfrm>
          <a:prstGeom prst="straightConnector1">
            <a:avLst/>
          </a:prstGeom>
          <a:noFill/>
          <a:ln cap="flat" cmpd="sng" w="9525">
            <a:solidFill>
              <a:schemeClr val="dk1"/>
            </a:solidFill>
            <a:prstDash val="solid"/>
            <a:round/>
            <a:headEnd len="sm" w="sm" type="none"/>
            <a:tailEnd len="sm" w="sm" type="none"/>
          </a:ln>
        </p:spPr>
      </p:cxnSp>
      <p:sp>
        <p:nvSpPr>
          <p:cNvPr id="655" name="Google Shape;655;p50"/>
          <p:cNvSpPr txBox="1"/>
          <p:nvPr/>
        </p:nvSpPr>
        <p:spPr>
          <a:xfrm>
            <a:off x="708725" y="1464345"/>
            <a:ext cx="3439500" cy="26421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n" sz="1800">
                <a:solidFill>
                  <a:srgbClr val="1F1F1F"/>
                </a:solidFill>
                <a:highlight>
                  <a:srgbClr val="FFFFFF"/>
                </a:highlight>
                <a:latin typeface="Times New Roman"/>
                <a:ea typeface="Times New Roman"/>
                <a:cs typeface="Times New Roman"/>
                <a:sym typeface="Times New Roman"/>
              </a:rPr>
              <a:t>Terdapat Missing values di beberapa </a:t>
            </a:r>
            <a:endParaRPr sz="1800">
              <a:solidFill>
                <a:srgbClr val="1F1F1F"/>
              </a:solidFill>
              <a:highlight>
                <a:srgbClr val="FFFFFF"/>
              </a:highlight>
              <a:latin typeface="Times New Roman"/>
              <a:ea typeface="Times New Roman"/>
              <a:cs typeface="Times New Roman"/>
              <a:sym typeface="Times New Roman"/>
            </a:endParaRPr>
          </a:p>
          <a:p>
            <a:pPr indent="0" lvl="0" marL="0" rtl="0" algn="l">
              <a:lnSpc>
                <a:spcPct val="80000"/>
              </a:lnSpc>
              <a:spcBef>
                <a:spcPts val="0"/>
              </a:spcBef>
              <a:spcAft>
                <a:spcPts val="0"/>
              </a:spcAft>
              <a:buNone/>
            </a:pPr>
            <a:r>
              <a:rPr lang="en" sz="1800">
                <a:solidFill>
                  <a:srgbClr val="1F1F1F"/>
                </a:solidFill>
                <a:highlight>
                  <a:srgbClr val="FFFFFF"/>
                </a:highlight>
                <a:latin typeface="Times New Roman"/>
                <a:ea typeface="Times New Roman"/>
                <a:cs typeface="Times New Roman"/>
                <a:sym typeface="Times New Roman"/>
              </a:rPr>
              <a:t>Feature Data yang </a:t>
            </a:r>
            <a:r>
              <a:rPr lang="en" sz="1800">
                <a:solidFill>
                  <a:srgbClr val="1F1F1F"/>
                </a:solidFill>
                <a:highlight>
                  <a:srgbClr val="FFFFFF"/>
                </a:highlight>
                <a:latin typeface="Times New Roman"/>
                <a:ea typeface="Times New Roman"/>
                <a:cs typeface="Times New Roman"/>
                <a:sym typeface="Times New Roman"/>
              </a:rPr>
              <a:t>telah</a:t>
            </a:r>
            <a:r>
              <a:rPr lang="en" sz="1800">
                <a:solidFill>
                  <a:srgbClr val="1F1F1F"/>
                </a:solidFill>
                <a:highlight>
                  <a:srgbClr val="FFFFFF"/>
                </a:highlight>
                <a:latin typeface="Times New Roman"/>
                <a:ea typeface="Times New Roman"/>
                <a:cs typeface="Times New Roman"/>
                <a:sym typeface="Times New Roman"/>
              </a:rPr>
              <a:t> berhasil</a:t>
            </a:r>
            <a:endParaRPr sz="1800">
              <a:solidFill>
                <a:srgbClr val="1F1F1F"/>
              </a:solidFill>
              <a:highlight>
                <a:srgbClr val="FFFFFF"/>
              </a:highlight>
              <a:latin typeface="Times New Roman"/>
              <a:ea typeface="Times New Roman"/>
              <a:cs typeface="Times New Roman"/>
              <a:sym typeface="Times New Roman"/>
            </a:endParaRPr>
          </a:p>
          <a:p>
            <a:pPr indent="0" lvl="0" marL="0" rtl="0" algn="l">
              <a:lnSpc>
                <a:spcPct val="80000"/>
              </a:lnSpc>
              <a:spcBef>
                <a:spcPts val="0"/>
              </a:spcBef>
              <a:spcAft>
                <a:spcPts val="0"/>
              </a:spcAft>
              <a:buNone/>
            </a:pPr>
            <a:r>
              <a:rPr lang="en" sz="1800">
                <a:solidFill>
                  <a:srgbClr val="1F1F1F"/>
                </a:solidFill>
                <a:highlight>
                  <a:srgbClr val="FFFFFF"/>
                </a:highlight>
                <a:latin typeface="Times New Roman"/>
                <a:ea typeface="Times New Roman"/>
                <a:cs typeface="Times New Roman"/>
                <a:sym typeface="Times New Roman"/>
              </a:rPr>
              <a:t>Di Cleaning.</a:t>
            </a:r>
            <a:endParaRPr sz="1800">
              <a:solidFill>
                <a:srgbClr val="1F1F1F"/>
              </a:solidFill>
              <a:highlight>
                <a:srgbClr val="FFFFFF"/>
              </a:highlight>
              <a:latin typeface="Times New Roman"/>
              <a:ea typeface="Times New Roman"/>
              <a:cs typeface="Times New Roman"/>
              <a:sym typeface="Times New Roman"/>
            </a:endParaRPr>
          </a:p>
          <a:p>
            <a:pPr indent="0" lvl="0" marL="0" rtl="0" algn="l">
              <a:lnSpc>
                <a:spcPct val="80000"/>
              </a:lnSpc>
              <a:spcBef>
                <a:spcPts val="0"/>
              </a:spcBef>
              <a:spcAft>
                <a:spcPts val="0"/>
              </a:spcAft>
              <a:buNone/>
            </a:pPr>
            <a:r>
              <a:t/>
            </a:r>
            <a:endParaRPr sz="1800">
              <a:solidFill>
                <a:srgbClr val="1F1F1F"/>
              </a:solidFill>
              <a:highlight>
                <a:srgbClr val="FFFFFF"/>
              </a:highlight>
              <a:latin typeface="Times New Roman"/>
              <a:ea typeface="Times New Roman"/>
              <a:cs typeface="Times New Roman"/>
              <a:sym typeface="Times New Roman"/>
            </a:endParaRPr>
          </a:p>
          <a:p>
            <a:pPr indent="0" lvl="0" marL="0" rtl="0" algn="l">
              <a:lnSpc>
                <a:spcPct val="80000"/>
              </a:lnSpc>
              <a:spcBef>
                <a:spcPts val="0"/>
              </a:spcBef>
              <a:spcAft>
                <a:spcPts val="0"/>
              </a:spcAft>
              <a:buNone/>
            </a:pPr>
            <a:r>
              <a:rPr lang="en" sz="1800">
                <a:solidFill>
                  <a:srgbClr val="1F1F1F"/>
                </a:solidFill>
                <a:highlight>
                  <a:srgbClr val="FFFFFF"/>
                </a:highlight>
                <a:latin typeface="Times New Roman"/>
                <a:ea typeface="Times New Roman"/>
                <a:cs typeface="Times New Roman"/>
                <a:sym typeface="Times New Roman"/>
              </a:rPr>
              <a:t>Tidak terdapat Duplikat.</a:t>
            </a:r>
            <a:endParaRPr sz="1800">
              <a:solidFill>
                <a:srgbClr val="1F1F1F"/>
              </a:solidFill>
              <a:highlight>
                <a:srgbClr val="FFFFFF"/>
              </a:highlight>
              <a:latin typeface="Times New Roman"/>
              <a:ea typeface="Times New Roman"/>
              <a:cs typeface="Times New Roman"/>
              <a:sym typeface="Times New Roman"/>
            </a:endParaRPr>
          </a:p>
        </p:txBody>
      </p:sp>
      <p:pic>
        <p:nvPicPr>
          <p:cNvPr id="656" name="Google Shape;656;p50" title="Screenshot 2026-02-14 221556.png"/>
          <p:cNvPicPr preferRelativeResize="0"/>
          <p:nvPr/>
        </p:nvPicPr>
        <p:blipFill>
          <a:blip r:embed="rId3">
            <a:alphaModFix/>
          </a:blip>
          <a:stretch>
            <a:fillRect/>
          </a:stretch>
        </p:blipFill>
        <p:spPr>
          <a:xfrm>
            <a:off x="4368263" y="1489975"/>
            <a:ext cx="3971925" cy="2647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1"/>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2" name="Google Shape;662;p51"/>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3" name="Google Shape;663;p51"/>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4" name="Google Shape;664;p51"/>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5" name="Google Shape;665;p51"/>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Main Problem</a:t>
            </a:r>
            <a:endParaRPr/>
          </a:p>
        </p:txBody>
      </p:sp>
      <p:sp>
        <p:nvSpPr>
          <p:cNvPr id="666" name="Google Shape;666;p51"/>
          <p:cNvSpPr txBox="1"/>
          <p:nvPr/>
        </p:nvSpPr>
        <p:spPr>
          <a:xfrm>
            <a:off x="1314600" y="573225"/>
            <a:ext cx="63420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rPr>
              <a:t>Masalah Utama &amp; Tujuan</a:t>
            </a:r>
            <a:endParaRPr b="1" sz="2500">
              <a:solidFill>
                <a:schemeClr val="dk1"/>
              </a:solidFill>
            </a:endParaRPr>
          </a:p>
        </p:txBody>
      </p:sp>
      <p:pic>
        <p:nvPicPr>
          <p:cNvPr descr="Bag of money with hole and coins solid icon, financial problem concept, leaking coins from torn money bag sign on white background, Hole in moneybag icon in glyph style. Vector graphics. (Provided by Getty Images)" id="667" name="Google Shape;667;p51"/>
          <p:cNvPicPr preferRelativeResize="0"/>
          <p:nvPr/>
        </p:nvPicPr>
        <p:blipFill>
          <a:blip r:embed="rId3">
            <a:alphaModFix/>
          </a:blip>
          <a:stretch>
            <a:fillRect/>
          </a:stretch>
        </p:blipFill>
        <p:spPr>
          <a:xfrm>
            <a:off x="496325" y="1469663"/>
            <a:ext cx="2778025" cy="2204175"/>
          </a:xfrm>
          <a:prstGeom prst="rect">
            <a:avLst/>
          </a:prstGeom>
          <a:noFill/>
          <a:ln>
            <a:noFill/>
          </a:ln>
        </p:spPr>
      </p:pic>
      <p:sp>
        <p:nvSpPr>
          <p:cNvPr id="668" name="Google Shape;668;p51"/>
          <p:cNvSpPr txBox="1"/>
          <p:nvPr/>
        </p:nvSpPr>
        <p:spPr>
          <a:xfrm>
            <a:off x="3825875" y="1469675"/>
            <a:ext cx="43254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Times New Roman"/>
                <a:ea typeface="Times New Roman"/>
                <a:cs typeface="Times New Roman"/>
                <a:sym typeface="Times New Roman"/>
              </a:rPr>
              <a:t>Adanya Revenue Leakage.</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700">
                <a:solidFill>
                  <a:schemeClr val="dk1"/>
                </a:solidFill>
                <a:latin typeface="Times New Roman"/>
                <a:ea typeface="Times New Roman"/>
                <a:cs typeface="Times New Roman"/>
                <a:sym typeface="Times New Roman"/>
              </a:rPr>
              <a:t>Poin utama: Biaya Akuisisi </a:t>
            </a:r>
            <a:r>
              <a:rPr b="1" lang="en" sz="1700">
                <a:solidFill>
                  <a:schemeClr val="dk1"/>
                </a:solidFill>
                <a:latin typeface="Times New Roman"/>
                <a:ea typeface="Times New Roman"/>
                <a:cs typeface="Times New Roman"/>
                <a:sym typeface="Times New Roman"/>
              </a:rPr>
              <a:t>5x-25x</a:t>
            </a:r>
            <a:r>
              <a:rPr lang="en" sz="1700">
                <a:solidFill>
                  <a:schemeClr val="dk1"/>
                </a:solidFill>
                <a:latin typeface="Times New Roman"/>
                <a:ea typeface="Times New Roman"/>
                <a:cs typeface="Times New Roman"/>
                <a:sym typeface="Times New Roman"/>
              </a:rPr>
              <a:t> lebih mahal.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Masalah Pertama</a:t>
            </a:r>
            <a:r>
              <a:rPr b="1" lang="en" sz="1700">
                <a:solidFill>
                  <a:schemeClr val="dk1"/>
                </a:solidFill>
                <a:latin typeface="Times New Roman"/>
                <a:ea typeface="Times New Roman"/>
                <a:cs typeface="Times New Roman"/>
                <a:sym typeface="Times New Roman"/>
              </a:rPr>
              <a:t> </a:t>
            </a:r>
            <a:r>
              <a:rPr lang="en" sz="1700">
                <a:solidFill>
                  <a:schemeClr val="dk1"/>
                </a:solidFill>
                <a:latin typeface="Times New Roman"/>
                <a:ea typeface="Times New Roman"/>
                <a:cs typeface="Times New Roman"/>
                <a:sym typeface="Times New Roman"/>
              </a:rPr>
              <a:t>: Kehilangan pelanggan </a:t>
            </a:r>
            <a:r>
              <a:rPr i="1" lang="en" sz="1700">
                <a:solidFill>
                  <a:schemeClr val="dk1"/>
                </a:solidFill>
                <a:latin typeface="Times New Roman"/>
                <a:ea typeface="Times New Roman"/>
                <a:cs typeface="Times New Roman"/>
                <a:sym typeface="Times New Roman"/>
              </a:rPr>
              <a:t>High-Value</a:t>
            </a:r>
            <a:r>
              <a:rPr lang="en" sz="1700">
                <a:solidFill>
                  <a:schemeClr val="dk1"/>
                </a:solidFill>
                <a:latin typeface="Times New Roman"/>
                <a:ea typeface="Times New Roman"/>
                <a:cs typeface="Times New Roman"/>
                <a:sym typeface="Times New Roman"/>
              </a:rPr>
              <a:t>.</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700">
                <a:solidFill>
                  <a:schemeClr val="dk1"/>
                </a:solidFill>
                <a:latin typeface="Times New Roman"/>
                <a:ea typeface="Times New Roman"/>
                <a:cs typeface="Times New Roman"/>
                <a:sym typeface="Times New Roman"/>
              </a:rPr>
              <a:t>Masalah kedua : </a:t>
            </a:r>
            <a:r>
              <a:rPr i="1" lang="en" sz="1700">
                <a:solidFill>
                  <a:schemeClr val="dk1"/>
                </a:solidFill>
                <a:latin typeface="Times New Roman"/>
                <a:ea typeface="Times New Roman"/>
                <a:cs typeface="Times New Roman"/>
                <a:sym typeface="Times New Roman"/>
              </a:rPr>
              <a:t>Reactive approach</a:t>
            </a:r>
            <a:r>
              <a:rPr lang="en" sz="1700">
                <a:solidFill>
                  <a:schemeClr val="dk1"/>
                </a:solidFill>
                <a:latin typeface="Times New Roman"/>
                <a:ea typeface="Times New Roman"/>
                <a:cs typeface="Times New Roman"/>
                <a:sym typeface="Times New Roman"/>
              </a:rPr>
              <a:t> (terlambat menangani pelanggan).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Tujuan Project : Membangun </a:t>
            </a:r>
            <a:r>
              <a:rPr i="1" lang="en" sz="1700">
                <a:solidFill>
                  <a:schemeClr val="dk1"/>
                </a:solidFill>
                <a:latin typeface="Times New Roman"/>
                <a:ea typeface="Times New Roman"/>
                <a:cs typeface="Times New Roman"/>
                <a:sym typeface="Times New Roman"/>
              </a:rPr>
              <a:t>Early Warning System</a:t>
            </a:r>
            <a:r>
              <a:rPr lang="en" sz="1700">
                <a:solidFill>
                  <a:schemeClr val="dk1"/>
                </a:solidFill>
                <a:latin typeface="Times New Roman"/>
                <a:ea typeface="Times New Roman"/>
                <a:cs typeface="Times New Roman"/>
                <a:sym typeface="Times New Roman"/>
              </a:rPr>
              <a:t>.</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2"/>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1200"/>
              <a:buNone/>
            </a:pPr>
            <a:r>
              <a:rPr lang="en"/>
              <a:t>Temuan Data 1</a:t>
            </a:r>
            <a:endParaRPr/>
          </a:p>
        </p:txBody>
      </p:sp>
      <p:sp>
        <p:nvSpPr>
          <p:cNvPr id="674" name="Google Shape;674;p52"/>
          <p:cNvSpPr txBox="1"/>
          <p:nvPr>
            <p:ph type="title"/>
          </p:nvPr>
        </p:nvSpPr>
        <p:spPr>
          <a:xfrm>
            <a:off x="593700" y="578221"/>
            <a:ext cx="7948200" cy="569400"/>
          </a:xfrm>
          <a:prstGeom prst="rect">
            <a:avLst/>
          </a:prstGeom>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b="1" lang="en" sz="2500">
                <a:latin typeface="Arial"/>
                <a:ea typeface="Arial"/>
                <a:cs typeface="Arial"/>
                <a:sym typeface="Arial"/>
              </a:rPr>
              <a:t>Temuan Data 1: High-Value Customers are Leaking</a:t>
            </a:r>
            <a:endParaRPr b="1" sz="2500">
              <a:latin typeface="Arial"/>
              <a:ea typeface="Arial"/>
              <a:cs typeface="Arial"/>
              <a:sym typeface="Arial"/>
            </a:endParaRPr>
          </a:p>
        </p:txBody>
      </p:sp>
      <p:cxnSp>
        <p:nvCxnSpPr>
          <p:cNvPr id="675" name="Google Shape;675;p52"/>
          <p:cNvCxnSpPr/>
          <p:nvPr/>
        </p:nvCxnSpPr>
        <p:spPr>
          <a:xfrm rot="10800000">
            <a:off x="593700" y="4481857"/>
            <a:ext cx="7948200" cy="0"/>
          </a:xfrm>
          <a:prstGeom prst="straightConnector1">
            <a:avLst/>
          </a:prstGeom>
          <a:noFill/>
          <a:ln cap="flat" cmpd="sng" w="9525">
            <a:solidFill>
              <a:schemeClr val="dk1"/>
            </a:solidFill>
            <a:prstDash val="solid"/>
            <a:round/>
            <a:headEnd len="sm" w="sm" type="none"/>
            <a:tailEnd len="sm" w="sm" type="none"/>
          </a:ln>
        </p:spPr>
      </p:cxnSp>
      <p:pic>
        <p:nvPicPr>
          <p:cNvPr id="676" name="Google Shape;676;p52" title="Screenshot 2026-02-14 225210.png"/>
          <p:cNvPicPr preferRelativeResize="0"/>
          <p:nvPr/>
        </p:nvPicPr>
        <p:blipFill>
          <a:blip r:embed="rId3">
            <a:alphaModFix/>
          </a:blip>
          <a:stretch>
            <a:fillRect/>
          </a:stretch>
        </p:blipFill>
        <p:spPr>
          <a:xfrm>
            <a:off x="593700" y="1366500"/>
            <a:ext cx="3898725" cy="3065988"/>
          </a:xfrm>
          <a:prstGeom prst="rect">
            <a:avLst/>
          </a:prstGeom>
          <a:noFill/>
          <a:ln>
            <a:noFill/>
          </a:ln>
        </p:spPr>
      </p:pic>
      <p:sp>
        <p:nvSpPr>
          <p:cNvPr id="677" name="Google Shape;677;p52"/>
          <p:cNvSpPr txBox="1"/>
          <p:nvPr/>
        </p:nvSpPr>
        <p:spPr>
          <a:xfrm>
            <a:off x="4646525" y="1366500"/>
            <a:ext cx="37314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Visual:</a:t>
            </a:r>
            <a:r>
              <a:rPr lang="en" sz="1500">
                <a:solidFill>
                  <a:schemeClr val="dk1"/>
                </a:solidFill>
                <a:latin typeface="Times New Roman"/>
                <a:ea typeface="Times New Roman"/>
                <a:cs typeface="Times New Roman"/>
                <a:sym typeface="Times New Roman"/>
              </a:rPr>
              <a:t> Perbandingan rata-rata tagihan (Churn vs Loyal). Angka menonjol: </a:t>
            </a:r>
            <a:r>
              <a:rPr b="1" lang="en" sz="1500">
                <a:solidFill>
                  <a:schemeClr val="dk1"/>
                </a:solidFill>
                <a:latin typeface="Times New Roman"/>
                <a:ea typeface="Times New Roman"/>
                <a:cs typeface="Times New Roman"/>
                <a:sym typeface="Times New Roman"/>
              </a:rPr>
              <a:t>$74.45 (Churn)</a:t>
            </a:r>
            <a:r>
              <a:rPr lang="en" sz="1500">
                <a:solidFill>
                  <a:schemeClr val="dk1"/>
                </a:solidFill>
                <a:latin typeface="Times New Roman"/>
                <a:ea typeface="Times New Roman"/>
                <a:cs typeface="Times New Roman"/>
                <a:sym typeface="Times New Roman"/>
              </a:rPr>
              <a:t> vs </a:t>
            </a:r>
            <a:r>
              <a:rPr b="1" lang="en" sz="1500">
                <a:solidFill>
                  <a:schemeClr val="dk1"/>
                </a:solidFill>
                <a:latin typeface="Times New Roman"/>
                <a:ea typeface="Times New Roman"/>
                <a:cs typeface="Times New Roman"/>
                <a:sym typeface="Times New Roman"/>
              </a:rPr>
              <a:t>$61.27 (Loyal)</a:t>
            </a:r>
            <a:r>
              <a:rPr lang="en"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500">
                <a:solidFill>
                  <a:schemeClr val="dk1"/>
                </a:solidFill>
                <a:latin typeface="Times New Roman"/>
                <a:ea typeface="Times New Roman"/>
                <a:cs typeface="Times New Roman"/>
                <a:sym typeface="Times New Roman"/>
              </a:rPr>
              <a:t>Konten:</a:t>
            </a:r>
            <a:r>
              <a:rPr lang="en" sz="1500">
                <a:solidFill>
                  <a:schemeClr val="dk1"/>
                </a:solidFill>
                <a:latin typeface="Times New Roman"/>
                <a:ea typeface="Times New Roman"/>
                <a:cs typeface="Times New Roman"/>
                <a:sym typeface="Times New Roman"/>
              </a:rPr>
              <a:t> Kita tidak hanya kehilangan orang, kita kehilangan uang besar. Pelanggan churn membayar ~21% lebih mahal per bulan. Kita kehilangan segmen paling profitable."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53"/>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3" name="Google Shape;683;p53"/>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4" name="Google Shape;684;p53"/>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5" name="Google Shape;685;p53"/>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6" name="Google Shape;686;p53"/>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Temuan Data 2</a:t>
            </a:r>
            <a:endParaRPr/>
          </a:p>
        </p:txBody>
      </p:sp>
      <p:sp>
        <p:nvSpPr>
          <p:cNvPr id="687" name="Google Shape;687;p53"/>
          <p:cNvSpPr txBox="1"/>
          <p:nvPr/>
        </p:nvSpPr>
        <p:spPr>
          <a:xfrm>
            <a:off x="0" y="573225"/>
            <a:ext cx="90261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rPr>
              <a:t>Masalah Utama &amp; Tujuan Temuan Data 2: Titik Kritis Kepuasan </a:t>
            </a:r>
            <a:endParaRPr b="1" sz="2500">
              <a:solidFill>
                <a:schemeClr val="dk1"/>
              </a:solidFill>
            </a:endParaRPr>
          </a:p>
        </p:txBody>
      </p:sp>
      <p:sp>
        <p:nvSpPr>
          <p:cNvPr id="688" name="Google Shape;688;p53"/>
          <p:cNvSpPr txBox="1"/>
          <p:nvPr/>
        </p:nvSpPr>
        <p:spPr>
          <a:xfrm>
            <a:off x="3769356" y="1867045"/>
            <a:ext cx="43254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Visual: Probabilitas Churn berdasarkan Skor Kepuasan. Highlight: Skor 1-2 = 95% Churn. Skor 3 = Titik Intervensi.</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Konten: Skor 1-2 adalah Red Alert. Skor 3 adalah Battleground.</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pic>
        <p:nvPicPr>
          <p:cNvPr id="689" name="Google Shape;689;p53" title="Screenshot 2026-02-15 065159.png"/>
          <p:cNvPicPr preferRelativeResize="0"/>
          <p:nvPr/>
        </p:nvPicPr>
        <p:blipFill>
          <a:blip r:embed="rId3">
            <a:alphaModFix/>
          </a:blip>
          <a:stretch>
            <a:fillRect/>
          </a:stretch>
        </p:blipFill>
        <p:spPr>
          <a:xfrm>
            <a:off x="190075" y="1712200"/>
            <a:ext cx="3464555" cy="2293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4"/>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1200"/>
              <a:buNone/>
            </a:pPr>
            <a:r>
              <a:rPr lang="en"/>
              <a:t>Solusi</a:t>
            </a:r>
            <a:endParaRPr/>
          </a:p>
        </p:txBody>
      </p:sp>
      <p:sp>
        <p:nvSpPr>
          <p:cNvPr id="695" name="Google Shape;695;p54"/>
          <p:cNvSpPr txBox="1"/>
          <p:nvPr>
            <p:ph type="title"/>
          </p:nvPr>
        </p:nvSpPr>
        <p:spPr>
          <a:xfrm>
            <a:off x="593700" y="593855"/>
            <a:ext cx="7948200" cy="569400"/>
          </a:xfrm>
          <a:prstGeom prst="rect">
            <a:avLst/>
          </a:prstGeom>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b="1" lang="en" sz="2500">
                <a:latin typeface="Arial"/>
                <a:ea typeface="Arial"/>
                <a:cs typeface="Arial"/>
                <a:sym typeface="Arial"/>
              </a:rPr>
              <a:t> Solusi: Model Prediksi Churn</a:t>
            </a:r>
            <a:endParaRPr b="1" sz="2500">
              <a:latin typeface="Arial"/>
              <a:ea typeface="Arial"/>
              <a:cs typeface="Arial"/>
              <a:sym typeface="Arial"/>
            </a:endParaRPr>
          </a:p>
        </p:txBody>
      </p:sp>
      <p:cxnSp>
        <p:nvCxnSpPr>
          <p:cNvPr id="696" name="Google Shape;696;p54"/>
          <p:cNvCxnSpPr/>
          <p:nvPr/>
        </p:nvCxnSpPr>
        <p:spPr>
          <a:xfrm rot="10800000">
            <a:off x="593700" y="4481857"/>
            <a:ext cx="7948200" cy="0"/>
          </a:xfrm>
          <a:prstGeom prst="straightConnector1">
            <a:avLst/>
          </a:prstGeom>
          <a:noFill/>
          <a:ln cap="flat" cmpd="sng" w="9525">
            <a:solidFill>
              <a:schemeClr val="dk1"/>
            </a:solidFill>
            <a:prstDash val="solid"/>
            <a:round/>
            <a:headEnd len="sm" w="sm" type="none"/>
            <a:tailEnd len="sm" w="sm" type="none"/>
          </a:ln>
        </p:spPr>
      </p:cxnSp>
      <p:sp>
        <p:nvSpPr>
          <p:cNvPr id="697" name="Google Shape;697;p54"/>
          <p:cNvSpPr txBox="1"/>
          <p:nvPr/>
        </p:nvSpPr>
        <p:spPr>
          <a:xfrm>
            <a:off x="5112088" y="1469550"/>
            <a:ext cx="37314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Visual: Perrforma model. Angka menonjol: Recall </a:t>
            </a:r>
            <a:r>
              <a:rPr b="1" lang="en" sz="1500">
                <a:solidFill>
                  <a:schemeClr val="dk1"/>
                </a:solidFill>
                <a:latin typeface="Times New Roman"/>
                <a:ea typeface="Times New Roman"/>
                <a:cs typeface="Times New Roman"/>
                <a:sym typeface="Times New Roman"/>
              </a:rPr>
              <a:t>90%</a:t>
            </a:r>
            <a:r>
              <a:rPr lang="en" sz="1500">
                <a:solidFill>
                  <a:schemeClr val="dk1"/>
                </a:solidFill>
                <a:latin typeface="Times New Roman"/>
                <a:ea typeface="Times New Roman"/>
                <a:cs typeface="Times New Roman"/>
                <a:sym typeface="Times New Roman"/>
              </a:rPr>
              <a:t>. Ikon: </a:t>
            </a:r>
            <a:r>
              <a:rPr b="1" lang="en" sz="1500">
                <a:solidFill>
                  <a:schemeClr val="dk1"/>
                </a:solidFill>
                <a:latin typeface="Times New Roman"/>
                <a:ea typeface="Times New Roman"/>
                <a:cs typeface="Times New Roman"/>
                <a:sym typeface="Times New Roman"/>
              </a:rPr>
              <a:t>9</a:t>
            </a:r>
            <a:r>
              <a:rPr lang="en" sz="1500">
                <a:solidFill>
                  <a:schemeClr val="dk1"/>
                </a:solidFill>
                <a:latin typeface="Times New Roman"/>
                <a:ea typeface="Times New Roman"/>
                <a:cs typeface="Times New Roman"/>
                <a:sym typeface="Times New Roman"/>
              </a:rPr>
              <a:t> dari </a:t>
            </a:r>
            <a:r>
              <a:rPr b="1" lang="en" sz="1500">
                <a:solidFill>
                  <a:schemeClr val="dk1"/>
                </a:solidFill>
                <a:latin typeface="Times New Roman"/>
                <a:ea typeface="Times New Roman"/>
                <a:cs typeface="Times New Roman"/>
                <a:sym typeface="Times New Roman"/>
              </a:rPr>
              <a:t>10</a:t>
            </a:r>
            <a:r>
              <a:rPr lang="en" sz="1500">
                <a:solidFill>
                  <a:schemeClr val="dk1"/>
                </a:solidFill>
                <a:latin typeface="Times New Roman"/>
                <a:ea typeface="Times New Roman"/>
                <a:cs typeface="Times New Roman"/>
                <a:sym typeface="Times New Roman"/>
              </a:rPr>
              <a:t> pelanggan terdeteksi.</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Konten: Model ini mampu menangkap </a:t>
            </a:r>
            <a:r>
              <a:rPr b="1" lang="en" sz="1500">
                <a:solidFill>
                  <a:schemeClr val="dk1"/>
                </a:solidFill>
                <a:latin typeface="Times New Roman"/>
                <a:ea typeface="Times New Roman"/>
                <a:cs typeface="Times New Roman"/>
                <a:sym typeface="Times New Roman"/>
              </a:rPr>
              <a:t>90%</a:t>
            </a:r>
            <a:r>
              <a:rPr lang="en" sz="1500">
                <a:solidFill>
                  <a:schemeClr val="dk1"/>
                </a:solidFill>
                <a:latin typeface="Times New Roman"/>
                <a:ea typeface="Times New Roman"/>
                <a:cs typeface="Times New Roman"/>
                <a:sym typeface="Times New Roman"/>
              </a:rPr>
              <a:t> potensi churn.</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pic>
        <p:nvPicPr>
          <p:cNvPr id="698" name="Google Shape;698;p54" title="Screenshot 2026-02-15 064615.png"/>
          <p:cNvPicPr preferRelativeResize="0"/>
          <p:nvPr/>
        </p:nvPicPr>
        <p:blipFill>
          <a:blip r:embed="rId3">
            <a:alphaModFix/>
          </a:blip>
          <a:stretch>
            <a:fillRect/>
          </a:stretch>
        </p:blipFill>
        <p:spPr>
          <a:xfrm>
            <a:off x="246600" y="1469550"/>
            <a:ext cx="4637743" cy="21537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55"/>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1200"/>
              <a:buNone/>
            </a:pPr>
            <a:r>
              <a:rPr lang="en"/>
              <a:t>Solusi 2</a:t>
            </a:r>
            <a:endParaRPr/>
          </a:p>
        </p:txBody>
      </p:sp>
      <p:sp>
        <p:nvSpPr>
          <p:cNvPr id="704" name="Google Shape;704;p55"/>
          <p:cNvSpPr txBox="1"/>
          <p:nvPr>
            <p:ph type="title"/>
          </p:nvPr>
        </p:nvSpPr>
        <p:spPr>
          <a:xfrm>
            <a:off x="593700" y="593855"/>
            <a:ext cx="7948200" cy="569400"/>
          </a:xfrm>
          <a:prstGeom prst="rect">
            <a:avLst/>
          </a:prstGeom>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b="1" lang="en" sz="2500">
                <a:latin typeface="Arial"/>
                <a:ea typeface="Arial"/>
                <a:cs typeface="Arial"/>
                <a:sym typeface="Arial"/>
              </a:rPr>
              <a:t>Transforming Loss into Recovered Revenue</a:t>
            </a:r>
            <a:endParaRPr b="1" sz="2500">
              <a:latin typeface="Arial"/>
              <a:ea typeface="Arial"/>
              <a:cs typeface="Arial"/>
              <a:sym typeface="Arial"/>
            </a:endParaRPr>
          </a:p>
        </p:txBody>
      </p:sp>
      <p:cxnSp>
        <p:nvCxnSpPr>
          <p:cNvPr id="705" name="Google Shape;705;p55"/>
          <p:cNvCxnSpPr/>
          <p:nvPr/>
        </p:nvCxnSpPr>
        <p:spPr>
          <a:xfrm rot="10800000">
            <a:off x="593700" y="4481857"/>
            <a:ext cx="7948200" cy="0"/>
          </a:xfrm>
          <a:prstGeom prst="straightConnector1">
            <a:avLst/>
          </a:prstGeom>
          <a:noFill/>
          <a:ln cap="flat" cmpd="sng" w="9525">
            <a:solidFill>
              <a:schemeClr val="dk1"/>
            </a:solidFill>
            <a:prstDash val="solid"/>
            <a:round/>
            <a:headEnd len="sm" w="sm" type="none"/>
            <a:tailEnd len="sm" w="sm" type="none"/>
          </a:ln>
        </p:spPr>
      </p:cxnSp>
      <p:sp>
        <p:nvSpPr>
          <p:cNvPr id="706" name="Google Shape;706;p55"/>
          <p:cNvSpPr txBox="1"/>
          <p:nvPr/>
        </p:nvSpPr>
        <p:spPr>
          <a:xfrm>
            <a:off x="5048163" y="1190600"/>
            <a:ext cx="3731400" cy="270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Visual: Perbandingan 'Tanpa Model' vs 'Dengan Model'. Target: Menurunkan Churn Rate dan Menyelamatkan Revenue.</a:t>
            </a:r>
            <a:endParaRPr sz="1500">
              <a:solidFill>
                <a:schemeClr val="dk1"/>
              </a:solidFill>
              <a:latin typeface="Times New Roman"/>
              <a:ea typeface="Times New Roman"/>
              <a:cs typeface="Times New Roman"/>
              <a:sym typeface="Times New Roman"/>
            </a:endParaRPr>
          </a:p>
          <a:p>
            <a:pPr indent="0" lvl="0" marL="0" marR="381000" rtl="0" algn="l">
              <a:lnSpc>
                <a:spcPct val="115000"/>
              </a:lnSpc>
              <a:spcBef>
                <a:spcPts val="1200"/>
              </a:spcBef>
              <a:spcAft>
                <a:spcPts val="0"/>
              </a:spcAft>
              <a:buNone/>
            </a:pPr>
            <a:r>
              <a:rPr b="1" lang="en" sz="1500">
                <a:solidFill>
                  <a:schemeClr val="dk1"/>
                </a:solidFill>
                <a:latin typeface="Times New Roman"/>
                <a:ea typeface="Times New Roman"/>
                <a:cs typeface="Times New Roman"/>
                <a:sym typeface="Times New Roman"/>
              </a:rPr>
              <a:t>Insight </a:t>
            </a:r>
            <a:r>
              <a:rPr lang="en" sz="1500">
                <a:solidFill>
                  <a:schemeClr val="dk1"/>
                </a:solidFill>
                <a:latin typeface="Times New Roman"/>
                <a:ea typeface="Times New Roman"/>
                <a:cs typeface="Times New Roman"/>
                <a:sym typeface="Times New Roman"/>
              </a:rPr>
              <a:t>: Model berhasil mengidentifikasi 90% potensi churn, memungkinkan penyelamatan revenue tahunan secara proaktif.</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pic>
        <p:nvPicPr>
          <p:cNvPr id="707" name="Google Shape;707;p55" title="Screenshot 2026-03-31 183017.png"/>
          <p:cNvPicPr preferRelativeResize="0"/>
          <p:nvPr/>
        </p:nvPicPr>
        <p:blipFill>
          <a:blip r:embed="rId3">
            <a:alphaModFix/>
          </a:blip>
          <a:stretch>
            <a:fillRect/>
          </a:stretch>
        </p:blipFill>
        <p:spPr>
          <a:xfrm>
            <a:off x="593700" y="1190600"/>
            <a:ext cx="4454474" cy="3041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6"/>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3" name="Google Shape;713;p56"/>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4" name="Google Shape;714;p56"/>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5" name="Google Shape;715;p56"/>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6" name="Google Shape;716;p56"/>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Rekomendasi</a:t>
            </a:r>
            <a:endParaRPr/>
          </a:p>
        </p:txBody>
      </p:sp>
      <p:sp>
        <p:nvSpPr>
          <p:cNvPr id="717" name="Google Shape;717;p56"/>
          <p:cNvSpPr txBox="1"/>
          <p:nvPr/>
        </p:nvSpPr>
        <p:spPr>
          <a:xfrm>
            <a:off x="740000" y="573225"/>
            <a:ext cx="77544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rPr>
              <a:t> Rekomendasi Strategis </a:t>
            </a:r>
            <a:endParaRPr b="1" sz="2500">
              <a:solidFill>
                <a:schemeClr val="dk1"/>
              </a:solidFill>
            </a:endParaRPr>
          </a:p>
        </p:txBody>
      </p:sp>
      <p:sp>
        <p:nvSpPr>
          <p:cNvPr id="718" name="Google Shape;718;p56"/>
          <p:cNvSpPr txBox="1"/>
          <p:nvPr/>
        </p:nvSpPr>
        <p:spPr>
          <a:xfrm>
            <a:off x="4654867" y="1867045"/>
            <a:ext cx="43254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Visual: 3 Langkah Aksi: 1. Intervensi Skor 3, 2. Reward Pelanggan Premium, 3. Implementasi Sistem Dashboard.</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700">
                <a:solidFill>
                  <a:schemeClr val="dk1"/>
                </a:solidFill>
                <a:latin typeface="Times New Roman"/>
                <a:ea typeface="Times New Roman"/>
                <a:cs typeface="Times New Roman"/>
                <a:sym typeface="Times New Roman"/>
              </a:rPr>
              <a:t>Konten: Implementasi A/B testing untuk validasi diskon.</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pic>
        <p:nvPicPr>
          <p:cNvPr id="719" name="Google Shape;719;p56" title="Screenshot 2026-02-15 074459.png"/>
          <p:cNvPicPr preferRelativeResize="0"/>
          <p:nvPr/>
        </p:nvPicPr>
        <p:blipFill>
          <a:blip r:embed="rId3">
            <a:alphaModFix/>
          </a:blip>
          <a:stretch>
            <a:fillRect/>
          </a:stretch>
        </p:blipFill>
        <p:spPr>
          <a:xfrm>
            <a:off x="72722" y="1814325"/>
            <a:ext cx="4555799" cy="22778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7"/>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1200"/>
              <a:buNone/>
            </a:pPr>
            <a:r>
              <a:rPr lang="en"/>
              <a:t>Kesimpulan</a:t>
            </a:r>
            <a:endParaRPr/>
          </a:p>
        </p:txBody>
      </p:sp>
      <p:sp>
        <p:nvSpPr>
          <p:cNvPr id="725" name="Google Shape;725;p57"/>
          <p:cNvSpPr txBox="1"/>
          <p:nvPr>
            <p:ph type="title"/>
          </p:nvPr>
        </p:nvSpPr>
        <p:spPr>
          <a:xfrm>
            <a:off x="593700" y="593855"/>
            <a:ext cx="7948200" cy="569400"/>
          </a:xfrm>
          <a:prstGeom prst="rect">
            <a:avLst/>
          </a:prstGeom>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b="1" lang="en" sz="2500">
                <a:latin typeface="Arial"/>
                <a:ea typeface="Arial"/>
                <a:cs typeface="Arial"/>
                <a:sym typeface="Arial"/>
              </a:rPr>
              <a:t>Kesimpulan (Akar Masalah)</a:t>
            </a:r>
            <a:endParaRPr b="1" sz="2500">
              <a:latin typeface="Arial"/>
              <a:ea typeface="Arial"/>
              <a:cs typeface="Arial"/>
              <a:sym typeface="Arial"/>
            </a:endParaRPr>
          </a:p>
        </p:txBody>
      </p:sp>
      <p:cxnSp>
        <p:nvCxnSpPr>
          <p:cNvPr id="726" name="Google Shape;726;p57"/>
          <p:cNvCxnSpPr/>
          <p:nvPr/>
        </p:nvCxnSpPr>
        <p:spPr>
          <a:xfrm rot="10800000">
            <a:off x="593700" y="4481857"/>
            <a:ext cx="7948200" cy="0"/>
          </a:xfrm>
          <a:prstGeom prst="straightConnector1">
            <a:avLst/>
          </a:prstGeom>
          <a:noFill/>
          <a:ln cap="flat" cmpd="sng" w="9525">
            <a:solidFill>
              <a:schemeClr val="dk1"/>
            </a:solidFill>
            <a:prstDash val="solid"/>
            <a:round/>
            <a:headEnd len="sm" w="sm" type="none"/>
            <a:tailEnd len="sm" w="sm" type="none"/>
          </a:ln>
        </p:spPr>
      </p:cxnSp>
      <p:sp>
        <p:nvSpPr>
          <p:cNvPr id="727" name="Google Shape;727;p57"/>
          <p:cNvSpPr txBox="1"/>
          <p:nvPr/>
        </p:nvSpPr>
        <p:spPr>
          <a:xfrm>
            <a:off x="628021" y="1124150"/>
            <a:ext cx="7948200" cy="38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Berdasarkan pola data, churn bukan terjadi secara acak, melainkan merupakan manifestasi dari </a:t>
            </a:r>
            <a:r>
              <a:rPr b="1" lang="en" sz="1600">
                <a:solidFill>
                  <a:schemeClr val="dk1"/>
                </a:solidFill>
                <a:latin typeface="Times New Roman"/>
                <a:ea typeface="Times New Roman"/>
                <a:cs typeface="Times New Roman"/>
                <a:sym typeface="Times New Roman"/>
              </a:rPr>
              <a:t>ketidakpuasan pelanggan terhadap nilai guna produk</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Char char="●"/>
            </a:pPr>
            <a:r>
              <a:rPr b="1" lang="en" sz="1600">
                <a:solidFill>
                  <a:schemeClr val="dk1"/>
                </a:solidFill>
                <a:latin typeface="Times New Roman"/>
                <a:ea typeface="Times New Roman"/>
                <a:cs typeface="Times New Roman"/>
                <a:sym typeface="Times New Roman"/>
              </a:rPr>
              <a:t>Low Engagement sebagai Indikator Utama:</a:t>
            </a:r>
            <a:r>
              <a:rPr lang="en" sz="1600">
                <a:solidFill>
                  <a:schemeClr val="dk1"/>
                </a:solidFill>
                <a:latin typeface="Times New Roman"/>
                <a:ea typeface="Times New Roman"/>
                <a:cs typeface="Times New Roman"/>
                <a:sym typeface="Times New Roman"/>
              </a:rPr>
              <a:t> Pelanggan dengan hanya </a:t>
            </a:r>
            <a:r>
              <a:rPr b="1" lang="en" sz="1600">
                <a:solidFill>
                  <a:schemeClr val="dk1"/>
                </a:solidFill>
                <a:latin typeface="Times New Roman"/>
                <a:ea typeface="Times New Roman"/>
                <a:cs typeface="Times New Roman"/>
                <a:sym typeface="Times New Roman"/>
              </a:rPr>
              <a:t>1 layanan</a:t>
            </a:r>
            <a:r>
              <a:rPr lang="en" sz="1600">
                <a:solidFill>
                  <a:schemeClr val="dk1"/>
                </a:solidFill>
                <a:latin typeface="Times New Roman"/>
                <a:ea typeface="Times New Roman"/>
                <a:cs typeface="Times New Roman"/>
                <a:sym typeface="Times New Roman"/>
              </a:rPr>
              <a:t> memiliki risiko churn tertinggi (di atas 40%), yang menunjukkan mereka tidak merasa produk kita adalah solusi yang esensial.</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latin typeface="Times New Roman"/>
                <a:ea typeface="Times New Roman"/>
                <a:cs typeface="Times New Roman"/>
                <a:sym typeface="Times New Roman"/>
              </a:rPr>
              <a:t>Fase Kritis Onboarding:</a:t>
            </a:r>
            <a:r>
              <a:rPr lang="en" sz="1600">
                <a:solidFill>
                  <a:schemeClr val="dk1"/>
                </a:solidFill>
                <a:latin typeface="Times New Roman"/>
                <a:ea typeface="Times New Roman"/>
                <a:cs typeface="Times New Roman"/>
                <a:sym typeface="Times New Roman"/>
              </a:rPr>
              <a:t> Puncak churn terjadi pada </a:t>
            </a:r>
            <a:r>
              <a:rPr b="1" lang="en" sz="1600">
                <a:solidFill>
                  <a:schemeClr val="dk1"/>
                </a:solidFill>
                <a:latin typeface="Times New Roman"/>
                <a:ea typeface="Times New Roman"/>
                <a:cs typeface="Times New Roman"/>
                <a:sym typeface="Times New Roman"/>
              </a:rPr>
              <a:t>6 bulan pertama</a:t>
            </a:r>
            <a:r>
              <a:rPr lang="en" sz="1600">
                <a:solidFill>
                  <a:schemeClr val="dk1"/>
                </a:solidFill>
                <a:latin typeface="Times New Roman"/>
                <a:ea typeface="Times New Roman"/>
                <a:cs typeface="Times New Roman"/>
                <a:sym typeface="Times New Roman"/>
              </a:rPr>
              <a:t> (mencapai 50%), menandakan adanya kegagalan dalam memberikan pengalaman positif di awal masa berlangganan.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latin typeface="Times New Roman"/>
                <a:ea typeface="Times New Roman"/>
                <a:cs typeface="Times New Roman"/>
                <a:sym typeface="Times New Roman"/>
              </a:rPr>
              <a:t>Akurasi Prediksi:</a:t>
            </a:r>
            <a:r>
              <a:rPr lang="en" sz="1600">
                <a:solidFill>
                  <a:schemeClr val="dk1"/>
                </a:solidFill>
                <a:latin typeface="Times New Roman"/>
                <a:ea typeface="Times New Roman"/>
                <a:cs typeface="Times New Roman"/>
                <a:sym typeface="Times New Roman"/>
              </a:rPr>
              <a:t> Model kita memiliki </a:t>
            </a:r>
            <a:r>
              <a:rPr b="1" lang="en" sz="1600">
                <a:solidFill>
                  <a:schemeClr val="dk1"/>
                </a:solidFill>
                <a:latin typeface="Times New Roman"/>
                <a:ea typeface="Times New Roman"/>
                <a:cs typeface="Times New Roman"/>
                <a:sym typeface="Times New Roman"/>
              </a:rPr>
              <a:t>AUC 0.95</a:t>
            </a:r>
            <a:r>
              <a:rPr lang="en" sz="1600">
                <a:solidFill>
                  <a:schemeClr val="dk1"/>
                </a:solidFill>
                <a:latin typeface="Times New Roman"/>
                <a:ea typeface="Times New Roman"/>
                <a:cs typeface="Times New Roman"/>
                <a:sym typeface="Times New Roman"/>
              </a:rPr>
              <a:t>, yang berarti kita memiliki kemampuan hampir sempurna untuk membedakan siapa yang akan pergi dan siapa yang tetap sebelum mereka benar-benar melakukan terminasi.</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8"/>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33" name="Google Shape;733;p58"/>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34" name="Google Shape;734;p58"/>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35" name="Google Shape;735;p58"/>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36" name="Google Shape;736;p58"/>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Business Action</a:t>
            </a:r>
            <a:endParaRPr/>
          </a:p>
        </p:txBody>
      </p:sp>
      <p:sp>
        <p:nvSpPr>
          <p:cNvPr id="737" name="Google Shape;737;p58"/>
          <p:cNvSpPr txBox="1"/>
          <p:nvPr/>
        </p:nvSpPr>
        <p:spPr>
          <a:xfrm>
            <a:off x="-339132" y="573225"/>
            <a:ext cx="97470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rPr>
              <a:t>Rekomendasi Bisnis (Langkah Aksi)</a:t>
            </a:r>
            <a:endParaRPr b="1" sz="2500">
              <a:solidFill>
                <a:schemeClr val="dk1"/>
              </a:solidFill>
            </a:endParaRPr>
          </a:p>
        </p:txBody>
      </p:sp>
      <p:sp>
        <p:nvSpPr>
          <p:cNvPr id="738" name="Google Shape;738;p58"/>
          <p:cNvSpPr txBox="1"/>
          <p:nvPr/>
        </p:nvSpPr>
        <p:spPr>
          <a:xfrm>
            <a:off x="542128" y="1324969"/>
            <a:ext cx="8130900" cy="364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Untuk menanggulangi ketidakpuasan tersebut, perusahaan perlu melakukan tiga langkah intervensi terukur:</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Strategi "Up-Sell to Retention" (Fokus Skor 3):</a:t>
            </a:r>
            <a:r>
              <a:rPr lang="en" sz="1500">
                <a:solidFill>
                  <a:schemeClr val="dk1"/>
                </a:solidFill>
                <a:latin typeface="Times New Roman"/>
                <a:ea typeface="Times New Roman"/>
                <a:cs typeface="Times New Roman"/>
                <a:sym typeface="Times New Roman"/>
              </a:rPr>
              <a:t> Targetkan pelanggan dengan 1-2 layanan untuk dipindahkan ke paket 3 layanan atau lebih. Data menunjukkan penambahan layanan secara signifikan memotong risiko churn hingga 50%.</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Program "First 180 Days" (Target Onboarding):</a:t>
            </a:r>
            <a:r>
              <a:rPr lang="en" sz="1500">
                <a:solidFill>
                  <a:schemeClr val="dk1"/>
                </a:solidFill>
                <a:latin typeface="Times New Roman"/>
                <a:ea typeface="Times New Roman"/>
                <a:cs typeface="Times New Roman"/>
                <a:sym typeface="Times New Roman"/>
              </a:rPr>
              <a:t> Implementasikan sistem pendampingan otomatis selama 6 bulan pertama. Berikan insentif khusus bagi pelanggan non-referral karena mereka terbukti memiliki loyalitas yang lebih rendah di periode awal.</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Validasi Melalui A/B Testing:</a:t>
            </a:r>
            <a:r>
              <a:rPr lang="en" sz="1500">
                <a:solidFill>
                  <a:schemeClr val="dk1"/>
                </a:solidFill>
                <a:latin typeface="Times New Roman"/>
                <a:ea typeface="Times New Roman"/>
                <a:cs typeface="Times New Roman"/>
                <a:sym typeface="Times New Roman"/>
              </a:rPr>
              <a:t> Setiap pemberian diskon retensi harus diuji melalui A/B testing untuk memastikan bahwa biaya yang dikeluarkan benar-benar efektif dalam mempertahankan pelanggan dibandingkan kelompok kontrol.</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9"/>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1200"/>
              <a:buNone/>
            </a:pPr>
            <a:r>
              <a:rPr lang="en"/>
              <a:t>Impact</a:t>
            </a:r>
            <a:endParaRPr/>
          </a:p>
        </p:txBody>
      </p:sp>
      <p:sp>
        <p:nvSpPr>
          <p:cNvPr id="744" name="Google Shape;744;p59"/>
          <p:cNvSpPr txBox="1"/>
          <p:nvPr>
            <p:ph type="title"/>
          </p:nvPr>
        </p:nvSpPr>
        <p:spPr>
          <a:xfrm>
            <a:off x="364250" y="593850"/>
            <a:ext cx="8535000" cy="569400"/>
          </a:xfrm>
          <a:prstGeom prst="rect">
            <a:avLst/>
          </a:prstGeom>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b="1" lang="en" sz="2500">
                <a:latin typeface="Arial"/>
                <a:ea typeface="Arial"/>
                <a:cs typeface="Arial"/>
                <a:sym typeface="Arial"/>
              </a:rPr>
              <a:t>Business Impact (Dampak bagi Perusahaan)</a:t>
            </a:r>
            <a:endParaRPr b="1" sz="2500">
              <a:latin typeface="Arial"/>
              <a:ea typeface="Arial"/>
              <a:cs typeface="Arial"/>
              <a:sym typeface="Arial"/>
            </a:endParaRPr>
          </a:p>
        </p:txBody>
      </p:sp>
      <p:cxnSp>
        <p:nvCxnSpPr>
          <p:cNvPr id="745" name="Google Shape;745;p59"/>
          <p:cNvCxnSpPr/>
          <p:nvPr/>
        </p:nvCxnSpPr>
        <p:spPr>
          <a:xfrm rot="10800000">
            <a:off x="593700" y="4481857"/>
            <a:ext cx="7948200" cy="0"/>
          </a:xfrm>
          <a:prstGeom prst="straightConnector1">
            <a:avLst/>
          </a:prstGeom>
          <a:noFill/>
          <a:ln cap="flat" cmpd="sng" w="9525">
            <a:solidFill>
              <a:schemeClr val="dk1"/>
            </a:solidFill>
            <a:prstDash val="solid"/>
            <a:round/>
            <a:headEnd len="sm" w="sm" type="none"/>
            <a:tailEnd len="sm" w="sm" type="none"/>
          </a:ln>
        </p:spPr>
      </p:cxnSp>
      <p:sp>
        <p:nvSpPr>
          <p:cNvPr id="746" name="Google Shape;746;p59"/>
          <p:cNvSpPr txBox="1"/>
          <p:nvPr/>
        </p:nvSpPr>
        <p:spPr>
          <a:xfrm>
            <a:off x="628025" y="1270950"/>
            <a:ext cx="7948200" cy="337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Jika rekomendasi ini dijalankan, perusahaan akan mendapatkan keuntungan kompetitif yang nyata:</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Penyelamatan Revenue (Revenue Recovery):</a:t>
            </a:r>
            <a:r>
              <a:rPr lang="en" sz="1500">
                <a:solidFill>
                  <a:schemeClr val="dk1"/>
                </a:solidFill>
                <a:latin typeface="Times New Roman"/>
                <a:ea typeface="Times New Roman"/>
                <a:cs typeface="Times New Roman"/>
                <a:sym typeface="Times New Roman"/>
              </a:rPr>
              <a:t> Dengan berhasil mengidentifikasi </a:t>
            </a:r>
            <a:r>
              <a:rPr b="1" lang="en" sz="1500">
                <a:solidFill>
                  <a:schemeClr val="dk1"/>
                </a:solidFill>
                <a:latin typeface="Times New Roman"/>
                <a:ea typeface="Times New Roman"/>
                <a:cs typeface="Times New Roman"/>
                <a:sym typeface="Times New Roman"/>
              </a:rPr>
              <a:t>335 pelanggan yang akan churn</a:t>
            </a:r>
            <a:r>
              <a:rPr lang="en" sz="1500">
                <a:solidFill>
                  <a:schemeClr val="dk1"/>
                </a:solidFill>
                <a:latin typeface="Times New Roman"/>
                <a:ea typeface="Times New Roman"/>
                <a:cs typeface="Times New Roman"/>
                <a:sym typeface="Times New Roman"/>
              </a:rPr>
              <a:t> secara akurat, perusahaan berpotensi menyelamatkan pendapatan yang selama ini "bocor" setiap bulannya.</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Efisiensi Biaya Operasional (Lower Retention Cost):</a:t>
            </a:r>
            <a:r>
              <a:rPr lang="en" sz="1500">
                <a:solidFill>
                  <a:schemeClr val="dk1"/>
                </a:solidFill>
                <a:latin typeface="Times New Roman"/>
                <a:ea typeface="Times New Roman"/>
                <a:cs typeface="Times New Roman"/>
                <a:sym typeface="Times New Roman"/>
              </a:rPr>
              <a:t> Model memungkinkan tim retensi fokus hanya pada </a:t>
            </a:r>
            <a:r>
              <a:rPr b="1" lang="en" sz="1500">
                <a:solidFill>
                  <a:schemeClr val="dk1"/>
                </a:solidFill>
                <a:latin typeface="Times New Roman"/>
                <a:ea typeface="Times New Roman"/>
                <a:cs typeface="Times New Roman"/>
                <a:sym typeface="Times New Roman"/>
              </a:rPr>
              <a:t>374 pelanggan berisiko tinggi</a:t>
            </a:r>
            <a:r>
              <a:rPr lang="en" sz="1500">
                <a:solidFill>
                  <a:schemeClr val="dk1"/>
                </a:solidFill>
                <a:latin typeface="Times New Roman"/>
                <a:ea typeface="Times New Roman"/>
                <a:cs typeface="Times New Roman"/>
                <a:sym typeface="Times New Roman"/>
              </a:rPr>
              <a:t> (Support pada Class 1), alih-alih melakukan promo massal yang tidak tepat sasaran.</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latin typeface="Times New Roman"/>
                <a:ea typeface="Times New Roman"/>
                <a:cs typeface="Times New Roman"/>
                <a:sym typeface="Times New Roman"/>
              </a:rPr>
              <a:t>Peningkatan Customer Lifetime Value (CLV):</a:t>
            </a:r>
            <a:r>
              <a:rPr lang="en" sz="1500">
                <a:solidFill>
                  <a:schemeClr val="dk1"/>
                </a:solidFill>
                <a:latin typeface="Times New Roman"/>
                <a:ea typeface="Times New Roman"/>
                <a:cs typeface="Times New Roman"/>
                <a:sym typeface="Times New Roman"/>
              </a:rPr>
              <a:t> Dengan menekan angka churn di fase kritis (0-6 bulan), durasi berlangganan rata-rata pelanggan akan meningkat, yang secara langsung menaikkan profitabilitas per pelanggan dalam jangka panjang.</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60"/>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52" name="Google Shape;752;p60"/>
          <p:cNvSpPr txBox="1"/>
          <p:nvPr>
            <p:ph type="title"/>
          </p:nvPr>
        </p:nvSpPr>
        <p:spPr>
          <a:xfrm>
            <a:off x="593175" y="486000"/>
            <a:ext cx="7916400" cy="27432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8000"/>
              <a:buNone/>
            </a:pPr>
            <a:br>
              <a:rPr lang="en"/>
            </a:br>
            <a:r>
              <a:rPr lang="en"/>
              <a:t>Thank you!</a:t>
            </a:r>
            <a:endParaRPr/>
          </a:p>
        </p:txBody>
      </p:sp>
      <p:sp>
        <p:nvSpPr>
          <p:cNvPr id="753" name="Google Shape;753;p60"/>
          <p:cNvSpPr txBox="1"/>
          <p:nvPr>
            <p:ph idx="1" type="body"/>
          </p:nvPr>
        </p:nvSpPr>
        <p:spPr>
          <a:xfrm>
            <a:off x="593700" y="3824375"/>
            <a:ext cx="3978300" cy="1110600"/>
          </a:xfrm>
          <a:prstGeom prst="rect">
            <a:avLst/>
          </a:prstGeom>
        </p:spPr>
        <p:txBody>
          <a:bodyPr anchorCtr="0" anchor="t" bIns="91425"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2000">
                <a:latin typeface="Times New Roman"/>
                <a:ea typeface="Times New Roman"/>
                <a:cs typeface="Times New Roman"/>
                <a:sym typeface="Times New Roman"/>
              </a:rPr>
              <a:t>Author’s Linkedin : </a:t>
            </a:r>
            <a:r>
              <a:rPr lang="en" sz="2000" u="sng">
                <a:solidFill>
                  <a:schemeClr val="hlink"/>
                </a:solidFill>
                <a:latin typeface="Times New Roman"/>
                <a:ea typeface="Times New Roman"/>
                <a:cs typeface="Times New Roman"/>
                <a:sym typeface="Times New Roman"/>
                <a:hlinkClick r:id="rId3"/>
              </a:rPr>
              <a:t>Linkedin</a:t>
            </a:r>
            <a:r>
              <a:rPr lang="en"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2000">
                <a:latin typeface="Times New Roman"/>
                <a:ea typeface="Times New Roman"/>
                <a:cs typeface="Times New Roman"/>
                <a:sym typeface="Times New Roman"/>
              </a:rPr>
              <a:t>Github : </a:t>
            </a:r>
            <a:r>
              <a:rPr lang="en" sz="2000" u="sng">
                <a:solidFill>
                  <a:schemeClr val="hlink"/>
                </a:solidFill>
                <a:latin typeface="Times New Roman"/>
                <a:ea typeface="Times New Roman"/>
                <a:cs typeface="Times New Roman"/>
                <a:sym typeface="Times New Roman"/>
                <a:hlinkClick r:id="rId4"/>
              </a:rPr>
              <a:t>Github</a:t>
            </a:r>
            <a:endParaRPr sz="20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2000">
                <a:latin typeface="Times New Roman"/>
                <a:ea typeface="Times New Roman"/>
                <a:cs typeface="Times New Roman"/>
                <a:sym typeface="Times New Roman"/>
              </a:rPr>
              <a:t>Email : adimawahid94@gmail.com</a:t>
            </a:r>
            <a:endParaRPr sz="2000">
              <a:latin typeface="Times New Roman"/>
              <a:ea typeface="Times New Roman"/>
              <a:cs typeface="Times New Roman"/>
              <a:sym typeface="Times New Roman"/>
            </a:endParaRPr>
          </a:p>
        </p:txBody>
      </p:sp>
      <p:sp>
        <p:nvSpPr>
          <p:cNvPr id="754" name="Google Shape;754;p60"/>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p>
            <a:pPr indent="0" lvl="0" marL="0" rtl="0" algn="ctr">
              <a:lnSpc>
                <a:spcPct val="115000"/>
              </a:lnSpc>
              <a:spcBef>
                <a:spcPts val="0"/>
              </a:spcBef>
              <a:spcAft>
                <a:spcPts val="0"/>
              </a:spcAft>
              <a:buClr>
                <a:schemeClr val="dk1"/>
              </a:buClr>
              <a:buSzPts val="1100"/>
              <a:buFont typeface="Arial"/>
              <a:buNone/>
            </a:pPr>
            <a:r>
              <a:rPr lang="en"/>
              <a:t>Adhima’s Project</a:t>
            </a:r>
            <a:endParaRPr/>
          </a:p>
        </p:txBody>
      </p:sp>
      <p:cxnSp>
        <p:nvCxnSpPr>
          <p:cNvPr id="755" name="Google Shape;755;p60"/>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